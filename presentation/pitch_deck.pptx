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483 pass, 21 skip, chạy lại sáng nay.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ba phần trăm câu vào ra được bản nháp qua validate. L2: một trăm</a:t>
            </a:r>
          </a:p>
          <a:p>
            <a:r>
              <a:t>phần trăm kịch bản trong phạm vi biên dịch được ra XML. L3: chín mươi ba phẩy</a:t>
            </a:r>
          </a:p>
          <a:p>
            <a:r>
              <a:t>bảy lăm phần trăm chạy hết trên CARLA không crash.</a:t>
            </a:r>
          </a:p>
          <a:p/>
          <a:p>
            <a:r>
              <a:t>L4 là năm mươi ba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Ô xanh là ô đã có dữ liệu chạy thật.</a:t>
            </a:r>
          </a:p>
          <a:p/>
          <a:p>
            <a:r>
              <a:t>Mười hai trên bảy mươi hai. Mười sáu phẩy sáu bảy phần trăm. Thưa.</a:t>
            </a:r>
          </a:p>
          <a:p/>
          <a:p>
            <a:r>
              <a:t>Em không định làm nó trông dày hơn. Giá trị của hình này nằm ở chỗ nó nói CHÍNH</a:t>
            </a:r>
          </a:p>
          <a:p>
            <a:r>
              <a:t>XÁC còn thiếu ô nào — ví dụ chưa có lượt vượt đèn đỏ nào trong sương mù. Danh</a:t>
            </a:r>
          </a:p>
          <a:p>
            <a:r>
              <a:t>sách việc tiếp theo đọc thẳng ra từ đây, không cần họp.</a:t>
            </a:r>
          </a:p>
          <a:p/>
          <a:p>
            <a:r>
              <a:t>Con số thứ hai, năm mươi trên bảy mươi tư cặp trục, trả lời câu khác: đã thử bao</a:t>
            </a:r>
          </a:p>
          <a:p>
            <a:r>
              <a:t>nhiêu tương tác hai yếu tố. Hai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lượt chạy được. Mười hai lượt có va chạm thật. Bảy lượt suýt va chạm,</a:t>
            </a:r>
          </a:p>
          <a:p>
            <a:r>
              <a:t>khe hở dưới một mét. Mười một lượt không dựng được gì. Tỉ lệ kích hoạt nguy hiểm</a:t>
            </a:r>
          </a:p>
          <a:p>
            <a:r>
              <a:t>là sáu mươi ba phẩy ba ba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hai phẩy tám</a:t>
            </a:r>
          </a:p>
          <a:p>
            <a:r>
              <a:t>giây, p95 bốn phẩy một giây. Chi phí trung vị hai phần nghìn đô một request. Cả</a:t>
            </a:r>
          </a:p>
          <a:p>
            <a:r>
              <a:t>hai mươi request tốn năm xu.</a:t>
            </a:r>
          </a:p>
          <a:p/>
          <a:p>
            <a:r>
              <a:t>Hai chỗ đáng nói.</a:t>
            </a:r>
          </a:p>
          <a:p/>
          <a:p>
            <a:r>
              <a:t>Thứ nhất: ba request thất bại VẪN nằm trong mẫu số. Lọc chúng ra thì p95 đẹp</a:t>
            </a:r>
          </a:p>
          <a:p>
            <a:r>
              <a:t>hơn, nhưng con số đó sẽ là con số nói dối.</a:t>
            </a:r>
          </a:p>
          <a:p/>
          <a:p>
            <a:r>
              <a:t>Thứ hai: gần chín mươi hai phần trăm token đầu vào được đọc từ cache, nhờ prompt</a:t>
            </a:r>
          </a:p>
          <a:p>
            <a:r>
              <a:t>được tách ra và giữ ổn định. Nếu tính giá thường thì hoá đơn gấp ba. Sáu mươi lăm</a:t>
            </a:r>
          </a:p>
          <a:p>
            <a:r>
              <a:t>phần trăm chi phí tiết kiệm đến từ một quyết định kỹ thuật, không phải từ việc</a:t>
            </a:r>
          </a:p>
          <a:p>
            <a:r>
              <a:t>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y hệt — mười bảy trên hai mươi. Nó vẫn trượt đúng ba mô tả</a:t>
            </a:r>
          </a:p>
          <a:p>
            <a:r>
              <a:t>đi ngược chiều mà con kia trượt.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nhóm người dùng.</a:t>
            </a:r>
          </a:p>
          <a:p/>
          <a:p>
            <a:r>
              <a:t>Đội phát triển xe tự lái cần tình huống hiếm để thử trước khi ra đường thật. Đội</a:t>
            </a:r>
          </a:p>
          <a:p>
            <a:r>
              <a:t>kiểm thử mô phỏng hiện đang viết mấy file này bằng tay. Và các lab, các trường —</a:t>
            </a:r>
          </a:p>
          <a:p>
            <a:r>
              <a:t>họ cần bộ kịch bản tái lập được để so kết quả nghiên cứu với nhau.</a:t>
            </a:r>
          </a:p>
          <a:p/>
          <a:p>
            <a:r>
              <a:t>Em cố ý không bịa số thị trường ở đây. Em chưa đo, nên em không nói.</a:t>
            </a:r>
          </a:p>
          <a:p/>
          <a:p>
            <a:r>
              <a:t>Điều em muốn chốt: thứ đáng giá không phải "AI sinh XML" — cái đó vài tháng nữa</a:t>
            </a:r>
          </a:p>
          <a:p>
            <a:r>
              <a:t>ai cũng làm được. Thứ đáng giá là một thư viện mà mỗi kịch bản trong đó đều có</a:t>
            </a:r>
          </a:p>
          <a:p>
            <a:r>
              <a:t>kết quả CARLA thật và có người ký duyệt đứng sau. Sinh nhanh là chuyện dễ. Sinh</a:t>
            </a:r>
          </a:p>
          <a:p>
            <a:r>
              <a:t>mà dám dùng mới khó, và hai cổng duyệt kia chính là chỗ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lấp ô trống trong ma trận ODD. Thứ tự đã nằm sẵn trên</a:t>
            </a:r>
          </a:p>
          <a:p>
            <a:r>
              <a:t>slide độ phủ, không cần họp để quyết chạy ô nào trước.</a:t>
            </a:r>
          </a:p>
          <a:p/>
          <a:p>
            <a:r>
              <a:t>Việc thứ ba: mở rộng nhãn người. Hiện em mới ngồi chấm tay mười ba lượt, chủ yếu</a:t>
            </a:r>
          </a:p>
          <a:p>
            <a:r>
              <a:t>quanh các case lỗi đã biết. Càng nhiều nhãn thì con số bảy mươi bảy phần trăm</a:t>
            </a:r>
          </a:p>
          <a:p>
            <a:r>
              <a:t>càng nói được nhiều về oracle.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71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5024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63,33%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lượt chạy có nguy hiểm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8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2192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chi phí trung vị /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2,77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toàn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0224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6/6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oracle hành vi trong phạm 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P-130 · RAV-03 · Demo Day 24/08/2026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Nguyễn Minh Công — thiết kế, build và vận hành toàn bộ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vòng,
rồi mới chịu thua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483 test pass · 21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→ keep_regression hoặc create_harder_variant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88720" y="5394960"/>
            <a:ext cx="10424159" cy="7315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8176" y="5504688"/>
            <a:ext cx="998524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Nói thẳng hai giới hạn: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Campaign chỉ sinh theo tổ hợp ODD người chọn — không tự chạy vòng nhiều thế hệ (ADR-022).   ·   BehaviorAgent là controller tham chiếu của CARLA, chưa phải mô hình lái của doanh nghiệp.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24/08/2026,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235857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73,53%  ·  25/34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31/31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0067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93,75%  ·  30/32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072191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53,33%  ·  16/30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53%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đầy đủ đã có dữ liệu thật
16,67%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50 / 74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cặp trục đã thử
67,57%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thưa, và biết chính xác thưa ở đâu.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trống không phải chỗ chưa nghĩ tới — là chỗ chưa có lượt CARLA nào.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30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2918764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3088" y="1463040"/>
            <a:ext cx="16919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3088" y="1463040"/>
            <a:ext cx="1691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0636" y="1463040"/>
            <a:ext cx="2673400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0636" y="1463040"/>
            <a:ext cx="2673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63,33%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19/30 lượt dựng được nguy hiểm
riêng va chạm: 12/30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24/08/2026. 3 request lỗi vẫn nằm trong mẫu số.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2,766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4,152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$0,002304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$0,004582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$0,054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17/20 request hoàn tất. Ba request wrong_way bị validator từ chối vì model đặt xe ngoài tầm anchor — không lọc ra khỏi mẫu số.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91,96%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Cùng tập đo, nếu tính giá input thường thì chi phí LLM là $0,157 thay vì $0,054 — cached pricing giảm 65,32%.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hệt: 17/20. Vẫn trượt đúng ba mô tả wrong_way cũ.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Ai dùng, và thay cho việc gì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9903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Đội phát triển ADAS / AV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Cần tình huống hiếm để thử controller trước khi ra đường thật.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42316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58775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Đội kiểm thử &amp; QA mô phỏng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Viết và sửa .xosc thủ công tốn thời gian, nhất là phần làn đường, trigger và validation.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61188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77647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Lab &amp; trường kỹ thuật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Cần bộ kịch bản có thể tái lập để so sánh giữa các nghiên cứu.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892040"/>
            <a:ext cx="10424159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5074920"/>
            <a:ext cx="9875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Điểm bán thật không phải “AI sinh XML”.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Là một thư viện kịch bản mà mỗi mục đều có bằng chứng CARLA và chữ ký người duyệt đứng sau. Sinh nhanh thì ai cũng làm được; sinh mà tin được thì phải có hai cổng kia.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Lấp ô trống trong ma trận ODD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Thứ tự đã có sẵn,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Mở rộng nhãn người trên từng maneuver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Hiện mới chấm tay 13 lượt, tập trung vào case lỗi đã biết. Càng nhiều nhãn thì con số 76,92% càng nói được nhiều.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