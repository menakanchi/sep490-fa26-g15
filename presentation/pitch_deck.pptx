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năm trăm ba mươi ba pass, ba mươi tư skip.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 — mẫu số là</a:t>
            </a:r>
          </a:p>
          <a:p>
            <a:r>
              <a:t>một trăm ba mươi hai request, trong đó có cả những lượt hỏng của chiến dịch ODD</a:t>
            </a:r>
          </a:p>
          <a:p>
            <a:r>
              <a:t>chạy TRƯỚC khi em sửa ba lỗi prompt. Em không lọc chúng ra. L2: một trăm phần</a:t>
            </a:r>
          </a:p>
          <a:p>
            <a:r>
              <a:t>trăm kịch bản trong phạm vi biên dịch được ra XML, một trăm trên một trăm. L3:</a:t>
            </a:r>
          </a:p>
          <a:p>
            <a:r>
              <a:t>chín mươi tư phẩy sáu phần trăm chạy hết trên CARLA không crash.</a:t>
            </a:r>
          </a:p>
          <a:p/>
          <a:p>
            <a:r>
              <a:t>L4 là sáu mươi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Và em vẽ nó hai lớp có chủ đích.</a:t>
            </a:r>
          </a:p>
          <a:p/>
          <a:p>
            <a:r>
              <a:t>Ô nhạt: đã có kịch bản sinh ra và đi qua validate. Bảy mươi hai trên bảy mươi</a:t>
            </a:r>
          </a:p>
          <a:p>
            <a:r>
              <a:t>hai — kín toàn bộ phạm vi converter. Phủ theo cặp trục cũng bảy mươi tư trên bảy</a:t>
            </a:r>
          </a:p>
          <a:p>
            <a:r>
              <a:t>mươi tư.</a:t>
            </a:r>
          </a:p>
          <a:p/>
          <a:p>
            <a:r>
              <a:t>Ô đậm: đã chạy thật trên CARLA. Mười ba trên bảy mươi hai.</a:t>
            </a:r>
          </a:p>
          <a:p/>
          <a:p>
            <a:r>
              <a:t>Em tách hai lớp vì gộp lại một màu là mời người xem hiểu nhầm "phủ một trăm phần</a:t>
            </a:r>
          </a:p>
          <a:p>
            <a:r>
              <a:t>trăm" thành "đã kiểm chứng một trăm phần trăm". Hai chuyện khác nhau, và em</a:t>
            </a:r>
          </a:p>
          <a:p>
            <a:r>
              <a:t>không muốn ai phải hỏi mới biết.</a:t>
            </a:r>
          </a:p>
          <a:p/>
          <a:p>
            <a:r>
              <a:t>Giá trị của hình này vẫn nằm ở chỗ nó nói CHÍNH XÁC còn thiếu gì — giờ là thiếu</a:t>
            </a:r>
          </a:p>
          <a:p>
            <a:r>
              <a:t>lượt chạy, không phải thiếu kịch bản. Danh sách việc tiếp theo đọc thẳng ra từ</a:t>
            </a:r>
          </a:p>
          <a:p>
            <a:r>
              <a:t>đây, không cần họp.</a:t>
            </a:r>
          </a:p>
          <a:p/>
          <a:p>
            <a:r>
              <a:t>Hai con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lăm lượt chạy được. Mười bảy lượt có va chạm thật. Bốn lượt suýt va</a:t>
            </a:r>
          </a:p>
          <a:p>
            <a:r>
              <a:t>chạm, khe hở dưới một mét. Mười bốn lượt không dựng được gì. Tỉ lệ kích hoạt</a:t>
            </a:r>
          </a:p>
          <a:p>
            <a:r>
              <a:t>nguy hiểm là sáu mươi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ba phẩy năm</a:t>
            </a:r>
          </a:p>
          <a:p>
            <a:r>
              <a:t>giây, p95 năm phẩy hai giây. Chi phí trung vị ba phần nghìn đô một request. Cả</a:t>
            </a:r>
          </a:p>
          <a:p>
            <a:r>
              <a:t>hai mươi request tốn sáu xu.</a:t>
            </a:r>
          </a:p>
          <a:p/>
          <a:p>
            <a:r>
              <a:t>Hai chỗ đáng nói.</a:t>
            </a:r>
          </a:p>
          <a:p/>
          <a:p>
            <a:r>
              <a:t>Thứ nhất: cả hai mươi request hoàn tất, và không request nào cần vòng sửa lại.</a:t>
            </a:r>
          </a:p>
          <a:p>
            <a:r>
              <a:t>Trước đó con số này là mười bảy trên hai mươi — ba câu hỏng vì cùng một lỗi hình</a:t>
            </a:r>
          </a:p>
          <a:p>
            <a:r>
              <a:t>học, em tìm ra nguyên nhân rồi sửa, và đo lại bằng đúng bộ hai mươi câu đó.</a:t>
            </a:r>
          </a:p>
          <a:p/>
          <a:p>
            <a:r>
              <a:t>Thứ hai: gần tám mươi phần trăm token đầu vào được đọc từ cache, nhờ prompt được</a:t>
            </a:r>
          </a:p>
          <a:p>
            <a:r>
              <a:t>tách ra và giữ ổn định. Phần lớn chi phí tiết kiệm đến từ một quyết định kỹ</a:t>
            </a:r>
          </a:p>
          <a:p>
            <a:r>
              <a:t>thuật, không phải từ việc 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thì y hệt — rẻ hơn nhưng không làm được gì hơn.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nhóm người dùng.</a:t>
            </a:r>
          </a:p>
          <a:p/>
          <a:p>
            <a:r>
              <a:t>Đội phát triển xe tự lái cần tình huống hiếm để thử trước khi ra đường thật. Đội</a:t>
            </a:r>
          </a:p>
          <a:p>
            <a:r>
              <a:t>kiểm thử mô phỏng hiện đang viết mấy file này bằng tay. Và các lab, các trường —</a:t>
            </a:r>
          </a:p>
          <a:p>
            <a:r>
              <a:t>họ cần bộ kịch bản tái lập được để so kết quả nghiên cứu với nhau.</a:t>
            </a:r>
          </a:p>
          <a:p/>
          <a:p>
            <a:r>
              <a:t>Em cố ý không bịa số thị trường ở đây. Em chưa đo, nên em không nói.</a:t>
            </a:r>
          </a:p>
          <a:p/>
          <a:p>
            <a:r>
              <a:t>Điều em muốn chốt: thứ đáng giá không phải "AI sinh XML" — cái đó vài tháng nữa</a:t>
            </a:r>
          </a:p>
          <a:p>
            <a:r>
              <a:t>ai cũng làm được. Thứ đáng giá là một thư viện mà mỗi kịch bản trong đó đều có</a:t>
            </a:r>
          </a:p>
          <a:p>
            <a:r>
              <a:t>kết quả CARLA thật và có người ký duyệt đứng sau. Sinh nhanh là chuyện dễ. Sinh</a:t>
            </a:r>
          </a:p>
          <a:p>
            <a:r>
              <a:t>mà dám dùng mới khó, và hai cổng duyệt kia chính là chỗ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chạy CARLA cho năm mươi chín ô đã có kịch bản mà chưa có</a:t>
            </a:r>
          </a:p>
          <a:p>
            <a:r>
              <a:t>lượt chạy nào. Phần sinh đã xong, phần còn lại là thời gian máy. Thứ tự đã nằm</a:t>
            </a:r>
          </a:p>
          <a:p>
            <a:r>
              <a:t>sẵn trên slide độ phủ, không cần họp để quyết chạy ô nào trước.</a:t>
            </a:r>
          </a:p>
          <a:p/>
          <a:p>
            <a:r>
              <a:t>Việc thứ ba: mở rộng nhãn người. Hiện em mới ngồi chấm tay mười ba lượt, chủ yếu</a:t>
            </a:r>
          </a:p>
          <a:p>
            <a:r>
              <a:t>quanh các case lỗi đã biết. Càng nhiều nhãn thì con số bảy mươi bảy phần trăm</a:t>
            </a:r>
          </a:p>
          <a:p>
            <a:r>
              <a:t>càng nói được nhiều về oracle.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71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5024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lượt chạy có nguy hiểm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8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2192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chi phí trung vị /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2,77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toàn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0224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6/6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oracle hành vi trong phạm 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vòng,
rồi mới chịu thua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533 test pass · 34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→ keep_regression hoặc create_harder_variant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29/08/2026,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102208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71,21%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4906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94,59%  ·  35/37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456432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60,00%  ·  21/35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60%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kịch bản sinh + validate
100%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13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lượt CARLA thật
phần còn lại chờ chạy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kín ô — chưa phủ kín lượt chạy.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nhạt đã có kịch bản sinh và validate qua; ô đậm đã chạy thật trên CARLA. Phủ theo cặp trục cũng 74/74.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35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21/35 lượt dựng được nguy hiểm
riêng va chạm: 17/35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chạy trên bản sao database thật, 29/08/2026.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3,510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5,183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$0,002988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$0,004135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$0,064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20/20 request hoàn tất, không request nào cần vòng sửa lại.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78,8%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Prompt được tách ra và giữ ổn định để phần đầu vào lặp lại rơi vào cache — chi phí giảm khoảng hai phần ba.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 trên cùng tập đo.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Ai dùng, và thay cho việc gì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9903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Đội phát triển ADAS / AV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Cần tình huống hiếm để thử controller trước khi ra đường thật.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42316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58775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Đội kiểm thử &amp; QA mô phỏng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Viết và sửa .xosc thủ công tốn thời gian, nhất là phần làn đường, trigger và validation.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61188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77647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Lab &amp; trường kỹ thuật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Cần bộ kịch bản có thể tái lập để so sánh giữa các nghiên cứu.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892040"/>
            <a:ext cx="10424159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5074920"/>
            <a:ext cx="9875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Điểm bán thật không phải “AI sinh XML”.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Là một thư viện kịch bản mà mỗi mục đều có bằng chứng CARLA và chữ ký người duyệt đứng sau. Sinh nhanh thì ai cũng làm được; sinh mà tin được thì phải có hai cổng kia.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59 ô đã có kịch bản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kín, lượt chạy thì chưa: 13/72. Thứ tự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Mở rộng nhãn người trên từng maneuver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Hiện mới chấm tay 13 lượt, tập trung vào case lỗi đã biết. Càng nhiều nhãn thì con số 76,92% càng nói được nhiều.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