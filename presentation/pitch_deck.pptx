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chín mươi tám. L4 sáu mươi bốn.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</a:t>
            </a:r>
          </a:p>
          <a:p/>
          <a:p>
            <a:r>
              <a:t>--- Nếu bị hỏi "sao L4 chỉ sáu mươi bốn phần trăm", hoặc nếu muốn chủ động nói:</a:t>
            </a:r>
          </a:p>
          <a:p/>
          <a:p>
            <a:r>
              <a:t>Sáng nay con số này là bảy mươi sáu. Nó tụt vì em vừa chạy CARLA cho toàn bộ các</a:t>
            </a:r>
          </a:p>
          <a:p>
            <a:r>
              <a:t>ô ODD chưa từng được kiểm — mẫu số từ năm mươi chín lên một trăm mười lăm.</a:t>
            </a:r>
          </a:p>
          <a:p/>
          <a:p>
            <a:r>
              <a:t>Bảy mươi sáu phần trăm là đo trên hai mươi sáu ô đã được chăm kỹ nhất. Sáu mươi</a:t>
            </a:r>
          </a:p>
          <a:p>
            <a:r>
              <a:t>bốn là đo trên tất cả bảy mươi lăm ô. Con số thấp hơn nhưng nó là con số thật, và</a:t>
            </a:r>
          </a:p>
          <a:p>
            <a:r>
              <a:t>em chọn để nó trên slide.</a:t>
            </a:r>
          </a:p>
          <a:p/>
          <a:p>
            <a:r>
              <a:t>Đổi lại: số va chạm thật đi từ hai mươi lăm lên sáu mươi mốt.</a:t>
            </a:r>
          </a:p>
          <a:p/>
          <a:p>
            <a:r>
              <a:t>Và nó nói đúng một điều về sản phẩm: phủ hết ô ODD KHÔNG đồng nghĩa tìm được nguy</a:t>
            </a:r>
          </a:p>
          <a:p>
            <a:r>
              <a:t>hiểm. Một phần ba ô sinh ra kịch bản chạy trót lọt mà vô hại. Đó chính là lý do</a:t>
            </a:r>
          </a:p>
          <a:p>
            <a:r>
              <a:t>phần dò biến thể ở slide trước tồn tại — nó biến ô vô hại thành ô có va chạm.</a:t>
            </a:r>
          </a:p>
          <a:p/>
          <a:p>
            <a:r>
              <a:t>--- Bốn ô số dưới:</a:t>
            </a:r>
          </a:p>
          <a:p/>
          <a:p>
            <a:r>
              <a:t>Sáu mươi mốt va chạm thật trên CARLA. Sáu mươi bốn phần trăm tái hiện được nguy</a:t>
            </a:r>
          </a:p>
          <a:p>
            <a:r>
              <a:t>hiểm. Bảy mươi lăm trên bảy mươi lăm ô ODD đã có lượt chạy thật, không còn ô nào</a:t>
            </a:r>
          </a:p>
          <a:p>
            <a:r>
              <a:t>chỉ có kịch bản trên giấy. Và chi phí — hai phần nghìn đô một kịch bản, p50 dưới</a:t>
            </a:r>
          </a:p>
          <a:p>
            <a:r>
              <a:t>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việc, và nó là chỗ có giá trị thương mại: cắm controller của doanh nghiệp</a:t>
            </a:r>
          </a:p>
          <a:p>
            <a:r>
              <a:t>vào đúng chỗ BehaviorAgent đang đứng. Kiến trúc đã chừa sẵn khe đó — thêm một</a:t>
            </a:r>
          </a:p>
          <a:p>
            <a:r>
              <a:t>adapter ở worker, backend không phải sửa gì.</a:t>
            </a:r>
          </a:p>
          <a:p/>
          <a:p>
            <a:r>
              <a:t>Lúc đó câu hỏi đổi thành "kịch bản nào làm controller CỦA BẠN thất bại", và đó</a:t>
            </a:r>
          </a:p>
          <a:p>
            <a:r>
              <a:t>mới là câu doanh nghiệp trả tiền để trả lời.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  <a:p/>
          <a:p>
            <a:r>
              <a:t>--- Nếu bị hỏi "còn gì nữa chưa làm" thì ba việc sau, theo thứ tự:</a:t>
            </a:r>
          </a:p>
          <a:p/>
          <a:p>
            <a:r>
              <a:t>1. Bộ dò biến thể hiện đi một hướng. Có ca bản gốc đã ở 0,77 mét mà phép dò kéo</a:t>
            </a:r>
          </a:p>
          <a:p>
            <a:r>
              <a:t>   lên 1,18 — cái mốc nó nhắm không phải lúc nào cũng là điểm tới hạn nhất. Hệ</a:t>
            </a:r>
          </a:p>
          <a:p>
            <a:r>
              <a:t>   thống báo "không cải thiện" cho ca đó thay vì giấu. Lời giải là dò hai chiều.</a:t>
            </a:r>
          </a:p>
          <a:p/>
          <a:p>
            <a:r>
              <a:t>2. Tiêu chí xếp hạng biến thể nên tính thêm độ bền, không chỉ khe hở nhỏ nhất.</a:t>
            </a:r>
          </a:p>
          <a:p>
            <a:r>
              <a:t>   Đo được là ở sát điểm tới hạn một khác biệt cỡ một phần mười giây lật hẳn nhãn</a:t>
            </a:r>
          </a:p>
          <a:p>
            <a:r>
              <a:t>   va chạm — nên ca 0,1 mét không tái lập chắc chắn, ca va chạm dứt khoát đáng</a:t>
            </a:r>
          </a:p>
          <a:p>
            <a:r>
              <a:t>   giữ hơn.</a:t>
            </a:r>
          </a:p>
          <a:p/>
          <a:p>
            <a:r>
              <a:t>3. Siết token và role ở backend, hiện mới phân vai trên frontend.</a:t>
            </a:r>
          </a:p>
          <a:p/>
          <a:p>
            <a:r>
              <a:t>--- Nếu bị hỏi "sao không tải kịch bản có sẵn về dùng":</a:t>
            </a:r>
          </a:p>
          <a:p/>
          <a:p>
            <a:r>
              <a:t>ScenarioRunner có sẵn 35 lớp kịch bản, gồm đúng cut_in và hard_break. Nhưng kịch</a:t>
            </a:r>
          </a:p>
          <a:p>
            <a:r>
              <a:t>bản có sẵn cho bạn LOẠI tình huống, không cho bạn biết ở tốc độ nào thì xe của</a:t>
            </a:r>
          </a:p>
          <a:p>
            <a:r>
              <a:t>bạn đâm.</a:t>
            </a:r>
          </a:p>
          <a:p/>
          <a:p>
            <a:r>
              <a:t>Ví dụ thật: một ô vượt đèn đỏ, xe tải 36 km/h — đúng nhãn, đúng ODD, chạy trọn</a:t>
            </a:r>
          </a:p>
          <a:p>
            <a:r>
              <a:t>vẹn, khe hở gần 7 mét, vô dụng. Cùng kịch bản đó ở 22,2 km/h thì va chạm. Mười</a:t>
            </a:r>
          </a:p>
          <a:p>
            <a:r>
              <a:t>bốn trong hai mươi kịch bản vượt đèn đỏ sinh ra hôm nay chạy xong mà vô hại.</a:t>
            </a:r>
          </a:p>
          <a:p/>
          <a:p>
            <a:r>
              <a:t>Nguy hiểm không phải thuộc tính của loại maneuver. Nó là thuộc tính của bộ tham</a:t>
            </a:r>
          </a:p>
          <a:p>
            <a:r>
              <a:t>số cụ thể, đối với một mô hình lái cụ thể. Chỗ đó em đo được và tự dò tới.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Mọi kịch bản đều qua người duyệt và CARLA thật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/api/v1/metrics/quality, sau khi chạy CARLA cho toàn bộ ô ODD.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53968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98,3%  ·  116/118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2971502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64,3%  ·  74/115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61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64%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kịch bản tái hiện
được nguy hiểm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75/75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ODD đã chạy CARLA
thật, không còn ô trống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463040"/>
            <a:ext cx="10424159" cy="2148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755648"/>
            <a:ext cx="960119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2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06C1F"/>
                </a:solidFill>
                <a:latin typeface="Arial"/>
              </a:rPr>
              <a:t>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160520"/>
            <a:ext cx="10424159" cy="15544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462272"/>
            <a:ext cx="9784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