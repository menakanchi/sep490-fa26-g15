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mọi người. Em là Công, dự án P-130, tên sản phẩm là Scenario Forge.</a:t>
            </a:r>
          </a:p>
          <a:p/>
          <a:p>
            <a:r>
              <a:t>Một câu thôi: kỹ sư gõ một câu tiếng Việt mô tả tình huống giao thông nguy</a:t>
            </a:r>
          </a:p>
          <a:p>
            <a:r>
              <a:t>hiểm, hệ thống trả về một file kịch bản mô phỏng chạy được thật trên CARLA.</a:t>
            </a:r>
          </a:p>
          <a:p/>
          <a:p>
            <a:r>
              <a:t>Mười phút, nên em đi thẳng: vấn đề, sản phẩm, demo, rồi số đo. Phần kỹ thuật</a:t>
            </a:r>
          </a:p>
          <a:p>
            <a:r>
              <a:t>bên dưới em để dành cho câu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Xe tự lái chạy tốt trên đường thẳng. Nó hỏng ở tình huống hiếm — bị tạt đầu,</a:t>
            </a:r>
          </a:p>
          <a:p>
            <a:r>
              <a:t>gặp xe đi ngược chiều, xe vượt đèn đỏ cắt ngang.</a:t>
            </a:r>
          </a:p>
          <a:p/>
          <a:p>
            <a:r>
              <a:t>Muốn kiểm tra những tình huống đó thì phải dựng được chúng trong mô phỏng, mà</a:t>
            </a:r>
          </a:p>
          <a:p>
            <a:r>
              <a:t>mô phỏng ăn file OpenSCENARIO — XML hàng trăm dòng, toạ độ theo làn, trigger</a:t>
            </a:r>
          </a:p>
          <a:p>
            <a:r>
              <a:t>theo thời gian và vị trí.</a:t>
            </a:r>
          </a:p>
          <a:p/>
          <a:p>
            <a:r>
              <a:t>Vấn đề thật nằm ở đây: người biết tình huống nào nguy hiểm thường không phải</a:t>
            </a:r>
          </a:p>
          <a:p>
            <a:r>
              <a:t>người viết được XML đó. Mỗi kịch bản mới là nửa ngày mò tài liệu, và sai một</a:t>
            </a:r>
          </a:p>
          <a:p>
            <a:r>
              <a:t>dấu trừ ở offset là xe xuất phát nhầm phía.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toàn bộ sản phẩm trên một slide.</a:t>
            </a:r>
          </a:p>
          <a:p/>
          <a:p>
            <a:r>
              <a:t>Bên trái là thứ người dùng gõ: một câu tiếng Việt bình thường. Bên phải là thứ</a:t>
            </a:r>
          </a:p>
          <a:p>
            <a:r>
              <a:t>họ nhận: file .xosc đúng chuẩn OpenSCENARIO 1.0, tải về là chạy.</a:t>
            </a:r>
          </a:p>
          <a:p/>
          <a:p>
            <a:r>
              <a:t>Dòng code ở dưới là để mọi người thấy nó thật. `ds = -25` nghĩa là xe máy xuất</a:t>
            </a:r>
          </a:p>
          <a:p>
            <a:r>
              <a:t>phát phía SAU ô tô — muốn vượt lên tạt đầu thì bắt buộc phải thế, và đây đúng là</a:t>
            </a:r>
          </a:p>
          <a:p>
            <a:r>
              <a:t>chỗ người viết tay hay sai dấu.</a:t>
            </a:r>
          </a:p>
          <a:p/>
          <a:p>
            <a:r>
              <a:t>Người dùng không thấy dòng này. Họ chỉ gõ câu tiếng Việt.</a:t>
            </a:r>
          </a:p>
          <a:p/>
          <a:p>
            <a:r>
              <a:t>Nếu được hỏi bên trong: bảy node LangGraph, LLM chỉ làm ba node — hiểu câu, sinh</a:t>
            </a:r>
          </a:p>
          <a:p>
            <a:r>
              <a:t>bản nháp, sửa bản nháp. Bốn node còn lại là code tất định: tra thư viện, validate</a:t>
            </a:r>
          </a:p>
          <a:p>
            <a:r>
              <a:t>bốn tầng, dựng XML, ghi database. Chỗ nào sai được thì không giao cho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Sáu maneuver đang nằm trong phạm vi cam kết: tạt đầu, lệch làn, phanh gấp, dừng</a:t>
            </a:r>
          </a:p>
          <a:p>
            <a:r>
              <a:t>giữa làn, đi ngược chiều, vượt đèn đỏ.</a:t>
            </a:r>
          </a:p>
          <a:p/>
          <a:p>
            <a:r>
              <a:t>&gt;&gt;&gt; CHUYỂN SANG DEMO TRỰC TIẾP Ở ĐÂY &lt;&lt;&lt;</a:t>
            </a:r>
          </a:p>
          <a:p/>
          <a:p>
            <a:r>
              <a:t>Kịch bản demo: gõ một câu, xem hệ thống sinh, duyệt cổng 1, CARLA chạy, xem kết</a:t>
            </a:r>
          </a:p>
          <a:p>
            <a:r>
              <a:t>quả, rồi bấm "sinh biến thể khó hơn".</a:t>
            </a:r>
          </a:p>
          <a:p/>
          <a:p>
            <a:r>
              <a:t>Nếu hết giờ demo thì bỏ phần biến thể, giữ phần CARLA chạy.</a:t>
            </a:r>
          </a:p>
          <a:p/>
          <a:p>
            <a:r>
              <a:t>Có một cái thứ bảy là người đi bộ băng ngang, em đã CHỦ ĐỘNG bỏ khỏi phạm vi:</a:t>
            </a:r>
          </a:p>
          <a:p>
            <a:r>
              <a:t>trên anchor cao tốc nó vô lý. Thà nói sáu cái chạy đúng còn hơn bảy cái mà một</a:t>
            </a:r>
          </a:p>
          <a:p>
            <a:r>
              <a:t>cái sai.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quyết định thiết kế em tự hào nhất, và nó từng SAI.</a:t>
            </a:r>
          </a:p>
          <a:p/>
          <a:p>
            <a:r>
              <a:t>Bản đầu tiên cho kịch bản vào thư viện trước, CARLA chạy sau. Nghĩa là một kịch</a:t>
            </a:r>
          </a:p>
          <a:p>
            <a:r>
              <a:t>bản chưa ai kiểm chứng đã có thể được dùng làm ví dụ cho lần sinh tiếp theo. Đó</a:t>
            </a:r>
          </a:p>
          <a:p>
            <a:r>
              <a:t>là đường thẳng để thư viện tự bẩn: model học từ chính rác nó vừa sinh ra.</a:t>
            </a:r>
          </a:p>
          <a:p/>
          <a:p>
            <a:r>
              <a:t>Em đảo lại thứ tự. Bây giờ có hai cổng, cả hai đều là người thật.</a:t>
            </a:r>
          </a:p>
          <a:p/>
          <a:p>
            <a:r>
              <a:t>Cổng một bảo vệ tài nguyên: chưa ai duyệt thì không tốn một giây GPU. Cổng hai</a:t>
            </a:r>
          </a:p>
          <a:p>
            <a:r>
              <a:t>bảo vệ chất lượng dữ liệu: người phải xem kết quả CARLA thật rồi mới quyết định</a:t>
            </a:r>
          </a:p>
          <a:p>
            <a:r>
              <a:t>cho vào thư viện. Và chỉ sau cổng hai hệ thống mới tạo embedding.</a:t>
            </a:r>
          </a:p>
          <a:p/>
          <a:p>
            <a:r>
              <a:t>Bổ sung nếu bị hỏi: cổng thứ ba nữa ở tầng ví dụ few-shot — chỉ kịch bản đã</a:t>
            </a:r>
          </a:p>
          <a:p>
            <a:r>
              <a:t>CHỨNG MINH được là nguy hiểm mới được làm ví dụ. Duyệt vào thư viện chưa đủ.</a:t>
            </a:r>
          </a:p>
          <a:p>
            <a:r>
              <a:t>Hôm nay thư viện có 53 kịch bản nhưng chỉ 22 cái được dùng dạy model.</a:t>
            </a:r>
          </a:p>
          <a:p/>
          <a:p>
            <a:r>
              <a:t>AI đề xuất, người quyết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Phần nâng cao của đề bài. Câu hỏi thật là: kịch bản này có làm mô hình lái thất</a:t>
            </a:r>
          </a:p>
          <a:p>
            <a:r>
              <a:t>bại không?</a:t>
            </a:r>
          </a:p>
          <a:p/>
          <a:p>
            <a:r>
              <a:t>Cách làm: cùng một artifact, chạy hai lượt — baseline giữ tốc độ, và BehaviorAgent</a:t>
            </a:r>
          </a:p>
          <a:p>
            <a:r>
              <a:t>của CARLA. Cùng máy, cùng điều kiện đầu, chỉ đổi controller.</a:t>
            </a:r>
          </a:p>
          <a:p/>
          <a:p>
            <a:r>
              <a:t>Hai ngả. Nếu mô hình lái VẪN đâm, đó là controller failure thật, hệ thống đề xuất</a:t>
            </a:r>
          </a:p>
          <a:p>
            <a:r>
              <a:t>giữ làm ca hồi quy. Nếu nó TRÁNH được, hệ thống đề nghị sinh một bản khó hơn.</a:t>
            </a:r>
          </a:p>
          <a:p/>
          <a:p>
            <a:r>
              <a:t>Bảng bên phải là lần dò thật. Kịch bản gốc: xe tải cắt ngang ở 36 km/h, ego đi</a:t>
            </a:r>
          </a:p>
          <a:p>
            <a:r>
              <a:t>qua nút giao an toàn, khe hở gần 7 mét. Hệ thống tính lại: muốn hai xe tới điểm</a:t>
            </a:r>
          </a:p>
          <a:p>
            <a:r>
              <a:t>cắt cùng lúc thì xe cắt ngang phải chạy 22,2 km/h. Chạy lại — va chạm thật.</a:t>
            </a:r>
          </a:p>
          <a:p/>
          <a:p>
            <a:r>
              <a:t>Làm vậy cho cả lô: sáu ô vốn vô hại thành sáu va chạm.</a:t>
            </a:r>
          </a:p>
          <a:p/>
          <a:p>
            <a:r>
              <a:t>Câu hỏi hay bị hỏi: sao không tự động? Vì mỗi biến thể tốn GPU và sinh ra dữ liệu</a:t>
            </a:r>
          </a:p>
          <a:p>
            <a:r>
              <a:t>mới phải duyệt. Cho vòng lặp tự chạy là dựng một đường vòng qua đúng cái cổng em</a:t>
            </a:r>
          </a:p>
          <a:p>
            <a:r>
              <a:t>vừa nói ở slide trước. Người bấm là có chủ đích.</a:t>
            </a:r>
          </a:p>
          <a:p/>
          <a:p>
            <a:r>
              <a:t>Giới hạn nói thẳng nếu bị hỏi: BehaviorAgent là controller tham chiếu của CARLA,</a:t>
            </a:r>
          </a:p>
          <a:p>
            <a:r>
              <a:t>chưa phải mô hình của doanh nghiệp. Cắm model của họ vào chỉ cần thêm một adapter</a:t>
            </a:r>
          </a:p>
          <a:p>
            <a:r>
              <a:t>ở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mức, đo từ database thật, không phải ước lượng.</a:t>
            </a:r>
          </a:p>
          <a:p/>
          <a:p>
            <a:r>
              <a:t>L1: bảy mươi mốt phần trăm câu vào ra được bản nháp qua validate. Mẫu số là một</a:t>
            </a:r>
          </a:p>
          <a:p>
            <a:r>
              <a:t>trăm ba mươi hai request, trong đó có cả những lượt hỏng của chiến dịch ODD chạy</a:t>
            </a:r>
          </a:p>
          <a:p>
            <a:r>
              <a:t>TRƯỚC khi em sửa ba lỗi prompt. Em không lọc chúng ra.</a:t>
            </a:r>
          </a:p>
          <a:p/>
          <a:p>
            <a:r>
              <a:t>L2 một trăm phần trăm. L3 chín mươi bảy. L4 bảy mươi sáu.</a:t>
            </a:r>
          </a:p>
          <a:p/>
          <a:p>
            <a:r>
              <a:t>L4 là mức em muốn mọi người nhìn. Nó hỏi câu khó nhất: quỹ đạo xe trong CARLA có</a:t>
            </a:r>
          </a:p>
          <a:p>
            <a:r>
              <a:t>ĐÚNG là cái mà câu tiếng Việt mô tả không. Một kịch bản có thể chạy trót lọt, trả</a:t>
            </a:r>
          </a:p>
          <a:p>
            <a:r>
              <a:t>về success, và hoàn toàn vô dụng — xe chạy song song hiền lành suốt ba mươi giây.</a:t>
            </a:r>
          </a:p>
          <a:p>
            <a:r>
              <a:t>Đó là loại hỏng tệ nhất vì nó trông như thành công. Bỏ L4 đi thì ba con số trên</a:t>
            </a:r>
          </a:p>
          <a:p>
            <a:r>
              <a:t>kia chỉ nói được là "file không lỗi cú pháp".</a:t>
            </a:r>
          </a:p>
          <a:p/>
          <a:p>
            <a:r>
              <a:t>Bốn ô dưới: phủ hết ODD trong phạm vi converter. Bảy mươi sáu phần trăm kịch bản</a:t>
            </a:r>
          </a:p>
          <a:p>
            <a:r>
              <a:t>tái hiện được nguy hiểm. Hai mươi lăm va chạm thật trên CARLA. Và chi phí — hai</a:t>
            </a:r>
          </a:p>
          <a:p>
            <a:r>
              <a:t>phần nghìn đô một kịch bản, p50 dưới ba giây.</a:t>
            </a:r>
          </a:p>
          <a:p/>
          <a:p>
            <a:r>
              <a:t>Nếu bị hỏi vì sao rẻ: chín mươi hai phần trăm input token đọc từ cache, và bộ</a:t>
            </a:r>
          </a:p>
          <a:p>
            <a:r>
              <a:t>phân tích bằng luật xử lý trọn mười sáu trên hai mươi mô tả nên phần lớn request</a:t>
            </a:r>
          </a:p>
          <a:p>
            <a:r>
              <a:t>không cần gọi LLM ở bước hiểu câu.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việc tiếp theo, xếp theo giá trị.</a:t>
            </a:r>
          </a:p>
          <a:p/>
          <a:p>
            <a:r>
              <a:t>Việc lớn nhất, và cũng là chỗ có giá trị thương mại: cắm controller của doanh</a:t>
            </a:r>
          </a:p>
          <a:p>
            <a:r>
              <a:t>nghiệp vào đúng chỗ BehaviorAgent đang đứng. Kiến trúc đã chừa sẵn khe đó — thêm</a:t>
            </a:r>
          </a:p>
          <a:p>
            <a:r>
              <a:t>một adapter ở worker, backend không phải sửa gì. Lúc đó câu hỏi đổi thành "kịch</a:t>
            </a:r>
          </a:p>
          <a:p>
            <a:r>
              <a:t>bản nào làm controller CỦA BẠN thất bại", và đó mới là câu doanh nghiệp trả tiền</a:t>
            </a:r>
          </a:p>
          <a:p>
            <a:r>
              <a:t>để trả lời.</a:t>
            </a:r>
          </a:p>
          <a:p/>
          <a:p>
            <a:r>
              <a:t>Việc thứ hai dễ nhất: chạy CARLA cho các ô đã có kịch bản mà chưa có lượt chạy.</a:t>
            </a:r>
          </a:p>
          <a:p>
            <a:r>
              <a:t>Phần sinh đã xong, phần còn lại là thời gian máy.</a:t>
            </a:r>
          </a:p>
          <a:p/>
          <a:p>
            <a:r>
              <a:t>Việc thứ ba là giới hạn em đo được. Bộ dò biến thể đi một hướng. Có một ca bản</a:t>
            </a:r>
          </a:p>
          <a:p>
            <a:r>
              <a:t>gốc đã ở 0,77 mét mà phép dò kéo lên 1,18 — vì cái mốc nó nhắm không phải lúc</a:t>
            </a:r>
          </a:p>
          <a:p>
            <a:r>
              <a:t>nào cũng là điểm tới hạn nhất. Hệ thống báo "không cải thiện" cho ca đó thay vì</a:t>
            </a:r>
          </a:p>
          <a:p>
            <a:r>
              <a:t>giấu. Lời giải là dò hai chiều.</a:t>
            </a:r>
          </a:p>
          <a:p/>
          <a:p>
            <a:r>
              <a:t>Việc thứ tư là kỹ thuật thuần: siết token và role ở backend.</a:t>
            </a:r>
          </a:p>
          <a:p/>
          <a:p>
            <a:r>
              <a:t>Repo, live URL, kiến trúc và báo cáo đánh giá đầy đủ ở slide này. Em xin hết,</a:t>
            </a:r>
          </a:p>
          <a:p>
            <a:r>
              <a:t>mời mọi người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7D2E8"/>
                </a:solidFill>
                <a:latin typeface="Arial"/>
              </a:rPr>
              <a:t>Một câu tiếng Việt  →  một kịch bản OpenSCENARIO chạy được trên CARLA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Kỹ sư mô tả tình huống nguy hiểm bằng tiếng Việt. Hệ thống sinh file .xosc, người duyệt, CARLA chạy thật, rồi mới vào thư viện.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57607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c4-app-t130.vercel.app   ·   github.com/AI20K-Build-Phase-Cohort-3/P-130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Xe tự lái không hỏng ở đường thẳng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4300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Nó hỏng ở tình huống hiếm: bị tạt đầu, xe ngược chiều, vượt đèn đỏ.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Muốn thử những tình huống đó thì phải có kịch bản mô phỏng.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Kịch bản là file XML hàng trăm dòng, viết tay, dễ sai hình học.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246120"/>
            <a:ext cx="320040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Người biết tình huống nguy hiểm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kỹ sư kiểm thử, người lái thử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720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32120" y="3246120"/>
            <a:ext cx="3200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E06C1F"/>
                </a:solidFill>
                <a:latin typeface="Arial"/>
              </a:rPr>
              <a:t>Khoảng trống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06C1F"/>
                </a:solidFill>
                <a:latin typeface="Arial"/>
              </a:rPr>
              <a:t>OpenSCENARIO, toạ độ làn, trigger, XSD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9154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3246120"/>
            <a:ext cx="1737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chạy được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07492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Hai đầu là hai kỹ năng khác nhau. Ở giữa là chỗ mọi thứ tắc.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Vào một câu. Ra một file chạy được.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32588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536192"/>
            <a:ext cx="37947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INPUT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“Xe máy chạy 80 km/h ở làn bên trái, vượt lên từ phía sau ô tô, tạt đầu rồi phanh gấp còn 40 km/h. Trời quang, cao tốc.”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577840" y="205740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325880"/>
            <a:ext cx="2331720" cy="178308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LLM + code tất định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52560" y="205740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66960" y="1325880"/>
            <a:ext cx="1645920" cy="1783080"/>
          </a:xfrm>
          <a:prstGeom prst="rect">
            <a:avLst/>
          </a:prstGeom>
          <a:solidFill>
            <a:srgbClr val="1B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OpenSCENARIO 1.0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520440"/>
            <a:ext cx="10424159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3703320"/>
            <a:ext cx="9912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OUTPUT — vị trí theo làn, tốc độ, trigger, thời tiết, tiêu chí chấm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&lt;RelativeLanePosition dLane="-1" ds="-25.0"/&gt;   &lt;AbsoluteSpeedAction value="22.2"/&gt;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83480"/>
            <a:ext cx="104241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ds = −25 nghĩa là xe máy xuất phát PHÍA SAU. Sai dấu đó là hỏng cả kịch bản.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Sáu tình huống đang sinh được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Ảnh minh hoạ; kết quả chạy thật xem trong demo trực tiếp.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4</a:t>
            </a:r>
          </a:p>
        </p:txBody>
      </p:sp>
      <p:pic>
        <p:nvPicPr>
          <p:cNvPr id="10" name="Picture 9" descr="tile_cu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3246120" cy="1581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Tạt đầu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cut_in</a:t>
            </a:r>
          </a:p>
        </p:txBody>
      </p:sp>
      <p:pic>
        <p:nvPicPr>
          <p:cNvPr id="12" name="Picture 11" descr="tile_lane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1188720"/>
            <a:ext cx="3246120" cy="1581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90872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Lệch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lane_drift</a:t>
            </a:r>
          </a:p>
        </p:txBody>
      </p:sp>
      <p:pic>
        <p:nvPicPr>
          <p:cNvPr id="14" name="Picture 13" descr="tile_sudden_br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1188720"/>
            <a:ext cx="3246120" cy="1581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93024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Phanh gấp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sudden_brake</a:t>
            </a:r>
          </a:p>
        </p:txBody>
      </p:sp>
      <p:pic>
        <p:nvPicPr>
          <p:cNvPr id="16" name="Picture 15" descr="tile_stop_in_la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337560"/>
            <a:ext cx="3246120" cy="1581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8720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Dừng giữa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stop_in_lane</a:t>
            </a:r>
          </a:p>
        </p:txBody>
      </p:sp>
      <p:pic>
        <p:nvPicPr>
          <p:cNvPr id="18" name="Picture 17" descr="tile_wrong_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872" y="3337560"/>
            <a:ext cx="3246120" cy="15819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90872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Đi ngược chiều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wrong_way</a:t>
            </a:r>
          </a:p>
        </p:txBody>
      </p:sp>
      <p:pic>
        <p:nvPicPr>
          <p:cNvPr id="20" name="Picture 19" descr="tile_run_red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337560"/>
            <a:ext cx="3246120" cy="1581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93024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Vượt đèn đỏ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run_red_light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Không có gì tự vào thư viện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600200"/>
            <a:ext cx="1874519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.xosc vừa sinh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067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600200"/>
            <a:ext cx="1965960" cy="114300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1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cấp phép dùng GPU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3095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77839" y="1600200"/>
            <a:ext cx="1874519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CARLA chạy thật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trace + criteria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7979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26679" y="1600200"/>
            <a:ext cx="1965960" cy="114300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2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xem bằng chứng thật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20072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66960" y="1600200"/>
            <a:ext cx="1600200" cy="1143000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Thư viện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mới có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33756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1 bảo vệ GPU: không duyệt thì không tiêu một giây máy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2 bảo vệ dữ liệu: chỉ duyệt khi đã xem kết quả CARLA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Chỉ kịch bản qua cổng 2 mới được làm ví dụ cho lần sinh sau.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44068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275D"/>
                </a:solidFill>
                <a:latin typeface="Arial"/>
              </a:rPr>
              <a:t>AI đề xuất. Người quyết định. Thư viện không tự bẩn.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Nâng 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Mô hình lái thoát được? Sinh bản khó hơn.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325880"/>
            <a:ext cx="5074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435607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Kịch bản đã chạy CARLA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có trace, có khe hở nhỏ nhất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643884" y="2029967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88720" y="2258568"/>
            <a:ext cx="5074920" cy="658368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368296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Chạy cặp A/B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Baseline  ↔  BehaviorAgent, cùng artifact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643884" y="2962655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88720" y="3191256"/>
            <a:ext cx="5074920" cy="658368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9888" y="3300984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Vẫn đâm → giữ làm ca hồi quy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controller failure thật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643884" y="3895344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88720" y="4123944"/>
            <a:ext cx="5074920" cy="658368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4233672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Tránh được → dò biến thể khó hơn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vặn một tham số, quay lại chạy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325880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Dò thật trên một ô vượt đèn đỏ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8855" y="1783080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lượt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1783080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tốc độ xe cắt ngang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1783080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khe hở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2221991"/>
            <a:ext cx="4892040" cy="42062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48855" y="2221991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gốc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221991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36,0 km/h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2221991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6,85 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0840" y="2660904"/>
            <a:ext cx="48920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48855" y="2660904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biến thể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660904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22,2 km/h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660904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0,00 m — va chạm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0840" y="3246120"/>
            <a:ext cx="48920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3419856"/>
            <a:ext cx="4526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06C1F"/>
                </a:solidFill>
                <a:latin typeface="Arial"/>
              </a:rPr>
              <a:t>Sáu ô vô hại → sáu va chạm thật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Hệ thống tự tính tốc độ để hai xe tới nút giao cùng lúc.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4434840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Người bấm, không tự chạy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Mỗi biến thể tốn GPU và mỗi biến thể là dữ liệu mới. Cho nó tự lặp là dựng một đường vòng qua cổng duyệt.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Số đo, lấy thẳng từ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Snapshot 03/09/2026 qua /api/v1/metrics/quality. Cost/latency đo 24/08 trên 20 request.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L1  hiểu câu, qua validate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289304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34840" y="1289304"/>
            <a:ext cx="3288278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0576" y="1252728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71,2%  ·  94/132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892808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L2  biên dịch ra .xosc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947672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4434840" y="1947672"/>
            <a:ext cx="4617720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0576" y="1911096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100,0%  ·  113/113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551176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L3  CARLA chạy hết, không crash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606040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4434840" y="2606040"/>
            <a:ext cx="4466258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0576" y="2569464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96,7%  ·  59/61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209544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L4  quỹ đạo đúng ý định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264408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4434840" y="3264408"/>
            <a:ext cx="3521935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3227832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76,3%  ·  45/59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3502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100%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phủ ODD trong phạm vi
72/72 ô · 74/74 cặp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8620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3250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E06C1F"/>
                </a:solidFill>
                <a:latin typeface="Arial"/>
              </a:rPr>
              <a:t>76%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kịch bản tái hiện
được nguy hiểm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98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0A651"/>
                </a:solidFill>
                <a:latin typeface="Arial"/>
              </a:rPr>
              <a:t>25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va chạm thật
trên CARLA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81160" y="4069080"/>
            <a:ext cx="233172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27464" y="4215384"/>
            <a:ext cx="203911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2275D"/>
                </a:solidFill>
                <a:latin typeface="Arial"/>
              </a:rPr>
              <a:t>$0,0023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mỗi kịch bản
p50 · 2,8 giây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44068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L4 là mức khó nhất: quỹ đạo trong CARLA có đúng ý câu tiếng Việt không.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Làm gì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188720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316736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Cắm controller của doanh nghiệp vào chỗ BehaviorAgent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Thêm một adapter ở worker là xong — backend không phải đụng tới. Câu hỏi đổi thành: kịch bản nào làm controller CỦA BẠN thất bại.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121408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249424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Chạy CARLA cho các ô còn lại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Ô đã kín 72/72, lượt chạy thật thì chưa. Phần sinh đã xong, phần còn lại là thời gian máy.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054096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182112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Dò biến thể hai chiều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Bộ dò hiện đi một hướng. Có ca bước đầu tệ hơn bản gốc — lúc đó phải đổi chiều thay vì đi tiếp.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986784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114800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Siết phân quyền ở backend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Enforce token/role cho review và WORKER_TOKEN, không chỉ phân vai trên frontend.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4846320"/>
            <a:ext cx="10424159" cy="12344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047488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Live URL  ·  Repo  ·  Kiến trúc  ·  Báo cáo đánh giá đầy đủ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7D2E8"/>
                </a:solidFill>
                <a:latin typeface="Arial"/>
              </a:rPr>
              <a:t>c4-app-t130.vercel.app   ·   github.com/AI20K-Build-Phase-Cohort-3/P-130   ·   ARCHITECTURE.md   ·   eval/results/report.md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