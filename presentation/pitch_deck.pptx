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Mười phút, nên em đi thẳng: vấn đề, sản phẩm, demo, rồi số đo. Phần kỹ thuật</a:t>
            </a:r>
          </a:p>
          <a:p>
            <a:r>
              <a:t>bên dưới em để dành cho câu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Dòng code ở dưới là để mọi người thấy nó thật. `ds = -25` nghĩa là xe máy xuất</a:t>
            </a:r>
          </a:p>
          <a:p>
            <a:r>
              <a:t>phát phía SAU ô tô — muốn vượt lên tạt đầu thì bắt buộc phải thế, và đây đúng là</a:t>
            </a:r>
          </a:p>
          <a:p>
            <a:r>
              <a:t>chỗ người viết tay hay sai dấu.</a:t>
            </a:r>
          </a:p>
          <a:p/>
          <a:p>
            <a:r>
              <a:t>Người dùng không thấy dòng này. Họ chỉ gõ câu tiếng Việt.</a:t>
            </a:r>
          </a:p>
          <a:p/>
          <a:p>
            <a:r>
              <a:t>Nếu được hỏi bên trong: bảy node LangGraph, LLM chỉ làm ba node — hiểu câu, sinh</a:t>
            </a:r>
          </a:p>
          <a:p>
            <a:r>
              <a:t>bản nháp, sửa bản nháp. Bốn node còn lại là code tất định: tra thư viện, validate</a:t>
            </a:r>
          </a:p>
          <a:p>
            <a:r>
              <a:t>bốn tầng, dựng XML, ghi database. Chỗ nào sai được thì không giao cho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&gt;&gt;&gt; CHUYỂN SANG DEMO TRỰC TIẾP Ở ĐÂY &lt;&lt;&lt;</a:t>
            </a:r>
          </a:p>
          <a:p/>
          <a:p>
            <a:r>
              <a:t>Kịch bản demo: gõ một câu, xem hệ thống sinh, duyệt cổng 1, CARLA chạy, xem kết</a:t>
            </a:r>
          </a:p>
          <a:p>
            <a:r>
              <a:t>quả, rồi bấm "sinh biến thể khó hơn".</a:t>
            </a:r>
          </a:p>
          <a:p/>
          <a:p>
            <a:r>
              <a:t>Nếu hết giờ demo thì bỏ phần biến thể, giữ phần CARLA chạy.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lý. Thà nói sáu cái chạy đúng còn hơn bảy cái mà một</a:t>
            </a:r>
          </a:p>
          <a:p>
            <a:r>
              <a:t>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embedding.</a:t>
            </a:r>
          </a:p>
          <a:p/>
          <a:p>
            <a:r>
              <a:t>Bổ sung nếu bị hỏi: cổng thứ ba nữa ở tầng ví dụ few-shot — chỉ kịch bản đã</a:t>
            </a:r>
          </a:p>
          <a:p>
            <a:r>
              <a:t>CHỨNG MINH được là nguy hiểm mới được làm ví dụ. Duyệt vào thư viện chưa đủ.</a:t>
            </a:r>
          </a:p>
          <a:p>
            <a:r>
              <a:t>Hôm nay thư viện có 53 kịch bản nhưng chỉ 22 cái được dùng dạy model.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Phần nâng cao của đề bài. Câu hỏi thật là: kịch bản này có làm mô hình lái thất</a:t>
            </a:r>
          </a:p>
          <a:p>
            <a:r>
              <a:t>bại không?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Hai ngả. Nếu mô hình lái VẪN đâm, đó là controller failure thật, hệ thống đề xuất</a:t>
            </a:r>
          </a:p>
          <a:p>
            <a:r>
              <a:t>giữ làm ca hồi quy. Nếu nó TRÁNH được, hệ thống đề nghị sinh một bản khó hơn.</a:t>
            </a:r>
          </a:p>
          <a:p/>
          <a:p>
            <a:r>
              <a:t>Bảng bên phải là lần dò thật. Kịch bản gốc: xe tải cắt ngang ở 36 km/h, ego đi</a:t>
            </a:r>
          </a:p>
          <a:p>
            <a:r>
              <a:t>qua nút giao an toàn, khe hở gần 7 mét. Hệ thống tính lại: muốn hai xe tới điểm</a:t>
            </a:r>
          </a:p>
          <a:p>
            <a:r>
              <a:t>cắt cùng lúc thì xe cắt ngang phải chạy 22,2 km/h. Chạy lại — va chạm thật.</a:t>
            </a:r>
          </a:p>
          <a:p/>
          <a:p>
            <a:r>
              <a:t>Làm vậy cho cả lô: sáu ô vốn vô hại thành sáu va chạm.</a:t>
            </a:r>
          </a:p>
          <a:p/>
          <a:p>
            <a:r>
              <a:t>Câu hỏi hay bị hỏi: sao không tự động? Vì mỗi biến thể tốn GPU và sinh ra dữ liệu</a:t>
            </a:r>
          </a:p>
          <a:p>
            <a:r>
              <a:t>mới phải duyệt. Cho vòng lặp tự chạy là dựng một đường vòng qua đúng cái cổng em</a:t>
            </a:r>
          </a:p>
          <a:p>
            <a:r>
              <a:t>vừa nói ở slide trước. Người bấm là có chủ đích.</a:t>
            </a:r>
          </a:p>
          <a:p/>
          <a:p>
            <a:r>
              <a:t>Giới hạn nói thẳng nếu bị hỏi: BehaviorAgent là controller tham chiếu của CARLA,</a:t>
            </a:r>
          </a:p>
          <a:p>
            <a:r>
              <a:t>chưa phải mô hình của doanh nghiệp. Cắm model của họ vào chỉ cần thêm một adapter</a:t>
            </a:r>
          </a:p>
          <a:p>
            <a:r>
              <a:t>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validate. Mẫu số là một</a:t>
            </a:r>
          </a:p>
          <a:p>
            <a:r>
              <a:t>trăm ba mươi hai request, trong đó có cả những lượt hỏng của chiến dịch ODD chạy</a:t>
            </a:r>
          </a:p>
          <a:p>
            <a:r>
              <a:t>TRƯỚC khi em sửa ba lỗi prompt. Em không lọc chúng ra.</a:t>
            </a:r>
          </a:p>
          <a:p/>
          <a:p>
            <a:r>
              <a:t>L2 một trăm phần trăm. L3 chín mươi bảy. L4 bảy mươi sáu.</a:t>
            </a:r>
          </a:p>
          <a:p/>
          <a:p>
            <a:r>
              <a:t>L4 là mức em muốn mọi người nhìn. Nó hỏi câu khó nhất: quỹ đạo xe trong CARLA có</a:t>
            </a:r>
          </a:p>
          <a:p>
            <a:r>
              <a:t>ĐÚNG là cái mà câu tiếng Việt mô tả không. Một kịch bản có thể chạy trót lọt, trả</a:t>
            </a:r>
          </a:p>
          <a:p>
            <a:r>
              <a:t>về success, và hoàn toàn vô dụng — xe chạy song song hiền lành suốt ba mươi giây.</a:t>
            </a:r>
          </a:p>
          <a:p>
            <a:r>
              <a:t>Đó là loại hỏng tệ nhất vì nó trông như thành công. Bỏ L4 đi thì ba con số trên</a:t>
            </a:r>
          </a:p>
          <a:p>
            <a:r>
              <a:t>kia chỉ nói được là "file không lỗi cú pháp".</a:t>
            </a:r>
          </a:p>
          <a:p/>
          <a:p>
            <a:r>
              <a:t>Bốn ô dưới: phủ hết ODD trong phạm vi converter. Bảy mươi sáu phần trăm kịch bản</a:t>
            </a:r>
          </a:p>
          <a:p>
            <a:r>
              <a:t>tái hiện được nguy hiểm. Hai mươi lăm va chạm thật trên CARLA. Và chi phí — hai</a:t>
            </a:r>
          </a:p>
          <a:p>
            <a:r>
              <a:t>phần nghìn đô một kịch bản, p50 dưới ba giây.</a:t>
            </a:r>
          </a:p>
          <a:p/>
          <a:p>
            <a:r>
              <a:t>Nếu bị hỏi vì sao rẻ: chín mươi hai phần trăm input token đọc từ cache, và bộ</a:t>
            </a:r>
          </a:p>
          <a:p>
            <a:r>
              <a:t>phân tích bằng luật xử lý trọn mười sáu trên hai mươi mô tả nên phần lớn request</a:t>
            </a:r>
          </a:p>
          <a:p>
            <a:r>
              <a:t>không cần gọi LLM ở bước hiểu câu.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 thêm</a:t>
            </a:r>
          </a:p>
          <a:p>
            <a:r>
              <a:t>một adapter ở worker, backend không phải sửa gì. Lúc đó câu hỏi đổi thành "kịch</a:t>
            </a:r>
          </a:p>
          <a:p>
            <a:r>
              <a:t>bản nào làm controller CỦA BẠN thất bại", và đó mới là câu doanh nghiệp trả tiền</a:t>
            </a:r>
          </a:p>
          <a:p>
            <a:r>
              <a:t>để trả lời.</a:t>
            </a:r>
          </a:p>
          <a:p/>
          <a:p>
            <a:r>
              <a:t>Việc thứ hai dễ nhất: chạy CARLA cho các ô đã có kịch bản mà chưa có lượt chạy.</a:t>
            </a:r>
          </a:p>
          <a:p>
            <a:r>
              <a:t>Phần sinh đã xong, phần còn lại là thời gian máy.</a:t>
            </a:r>
          </a:p>
          <a:p/>
          <a:p>
            <a:r>
              <a:t>Việc thứ ba là giới hạn em đo được. Bộ dò biến thể đi một hướng. Có một ca bản</a:t>
            </a:r>
          </a:p>
          <a:p>
            <a:r>
              <a:t>gốc đã ở 0,77 mét mà phép dò kéo lên 1,18 — vì cái mốc nó nhắm không phải lúc</a:t>
            </a:r>
          </a:p>
          <a:p>
            <a:r>
              <a:t>nào cũng là điểm tới hạn nhất. Hệ thống báo "không cải thiện" cho ca đó thay vì</a:t>
            </a:r>
          </a:p>
          <a:p>
            <a:r>
              <a:t>giấu. Lời giải là dò hai chiều.</a:t>
            </a:r>
          </a:p>
          <a:p/>
          <a:p>
            <a:r>
              <a:t>Việc thứ tư là kỹ thuật thuần: siết token và role ở backend.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3258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536192"/>
            <a:ext cx="3794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325880"/>
            <a:ext cx="2331720" cy="17830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325880"/>
            <a:ext cx="1645920" cy="178308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520440"/>
            <a:ext cx="10424159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703320"/>
            <a:ext cx="9912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vị trí theo làn, tốc độ,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dLane="-1" ds="-25.0"/&gt;   &lt;AbsoluteSpeedAction value="22.2"/&gt;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8348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ds = −25 nghĩa là xe máy xuất phát PHÍA SAU. Sai dấu đó là hỏng cả kịch bản.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hoạ; kết quả chạy thật xem trong demo trực tiếp.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Mọi kịch bản đều qua người duyệt và CARLA thật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600200"/>
            <a:ext cx="1600200" cy="114300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33756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Mô hình lái thoát được? Sinh bản khó hơn.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325880"/>
            <a:ext cx="5074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35607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Kịch bản đã chạy CARLA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có trace, có khe hở nhỏ nhất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643884" y="2029967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88720" y="2258568"/>
            <a:ext cx="5074920" cy="658368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368296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Chạy cặp A/B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643884" y="2962655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88720" y="3191256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3300984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Vẫn đâm → giữ làm ca hồi quy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controller failure thật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643884" y="3895344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88720" y="4123944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233672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Tránh được → dò biến thể khó hơn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vặn một tham số, quay lại chạy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3258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Dò thật trên một ô vượt đèn đỏ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8855" y="178308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lượt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783080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tốc độ xe cắt ngang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1783080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khe hở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2221991"/>
            <a:ext cx="4892040" cy="42062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8855" y="2221991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gốc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221991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36,0 km/h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221991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6,85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660904"/>
            <a:ext cx="48920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48855" y="2660904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biến thể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660904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22,2 km/h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660904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0,00 m — va chạm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246120"/>
            <a:ext cx="48920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3419856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06C1F"/>
                </a:solidFill>
                <a:latin typeface="Arial"/>
              </a:rPr>
              <a:t>Sáu ô vô hại → sáu va chạm thật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Hệ thống tự tính tốc độ để hai xe tới nút giao cùng lúc.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43484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Người bấm, không tự chạy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biến thể tốn GPU và mỗi biến thể là dữ liệu mới. Cho nó tự lặp là dựng một đường vòng qua cổng duyệt.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Số đo, lấy thẳng từ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03/09/2026 qua /api/v1/metrics/quality. Cost/latency đo 24/08 trên 20 request.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289304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289304"/>
            <a:ext cx="3288278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0576" y="1252728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9280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947672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1947672"/>
            <a:ext cx="4617720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1911096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100,0%  ·  113/113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551176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606040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2606040"/>
            <a:ext cx="4466258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569464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96,7%  ·  59/61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20954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264408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264408"/>
            <a:ext cx="3521935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3227832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76,3%  ·  45/59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3502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phủ ODD trong phạm vi
72/72 ô · 74/74 cặp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8620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3250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E06C1F"/>
                </a:solidFill>
                <a:latin typeface="Arial"/>
              </a:rPr>
              <a:t>76%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kịch bản tái hiện
được nguy hiểm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0A651"/>
                </a:solidFill>
                <a:latin typeface="Arial"/>
              </a:rPr>
              <a:t>25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va chạm thật
trên CARLA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81160" y="4069080"/>
            <a:ext cx="233172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27464" y="4215384"/>
            <a:ext cx="203911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2275D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kịch bản
p50 · 2,8 giây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L4 là mức khó nhất: quỹ đạo trong CARLA có đúng ý câu tiếng Việt không.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các ô còn lại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 72/72, lượt chạy thật thì chưa. Phần sinh đã xong, phần còn lại là thời gian máy.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Dò biến thể hai chiều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Bộ dò hiện đi một hướng. Có ca bước đầu tệ hơn bản gốc — lúc đó phải đổi chiều thay vì đi tiếp.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