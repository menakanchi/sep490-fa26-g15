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Bốn con số dưới đây là bằng chứng, không phải kỳ vọng — em sẽ quay lại từng</a:t>
            </a:r>
          </a:p>
          <a:p>
            <a:r>
              <a:t>số ở phần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Chỗ đáng chú ý là ba dòng ở dưới. `ds = -25` nghĩa là xe máy xuất phát phía SAU</a:t>
            </a:r>
          </a:p>
          <a:p>
            <a:r>
              <a:t>ô tô — muốn vượt lên tạt đầu thì bắt buộc phải thế, và đây đúng là chỗ người</a:t>
            </a:r>
          </a:p>
          <a:p>
            <a:r>
              <a:t>viết tay hay sai dấu. `ReachPositionCondition` nghĩa là cú tạt đầu chỉ kích hoạt</a:t>
            </a:r>
          </a:p>
          <a:p>
            <a:r>
              <a:t>khi xe máy đã thật sự dẫn trước 7 mét, chứ không phải sau 7 giây — em sẽ nói kỹ</a:t>
            </a:r>
          </a:p>
          <a:p>
            <a:r>
              <a:t>chỗ này ở phần bằng chứng.</a:t>
            </a:r>
          </a:p>
          <a:p/>
          <a:p>
            <a:r>
              <a:t>Người dùng không thấy mấy dòng này. Họ chỉ gõ câu tiếng Việt.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Năm cái đầu chạy trên anchor cao tốc Town04. Vượt đèn đỏ phải chuyển sang một</a:t>
            </a:r>
          </a:p>
          <a:p>
            <a:r>
              <a:t>anchor giao cắt đô thị, vì đèn gần anchor cao tốc nhất cách hơn 200 mét — ngoài</a:t>
            </a:r>
          </a:p>
          <a:p>
            <a:r>
              <a:t>tầm. Em sẽ quay lại chuyện đó ở phần giới hạn.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lý, và định tuyến chạy dọc làn thay vì băng ngang.</a:t>
            </a:r>
          </a:p>
          <a:p>
            <a:r>
              <a:t>Thà nói sáu cái chạy đúng còn hơn bảy cái mà một 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Bên trong là một graph bảy node, và điều em muốn nhấn: LLM chỉ đụng vào ba node</a:t>
            </a:r>
          </a:p>
          <a:p>
            <a:r>
              <a:t>màu cam.</a:t>
            </a:r>
          </a:p>
          <a:p/>
          <a:p>
            <a:r>
              <a:t>LLM hiểu câu, LLM sinh nội dung kịch bản dưới dạng có cấu trúc, LLM sửa khi</a:t>
            </a:r>
          </a:p>
          <a:p>
            <a:r>
              <a:t>validator báo lỗi. Nó KHÔNG sinh XML. Việc dịch sang XML là code tất định — cùng</a:t>
            </a:r>
          </a:p>
          <a:p>
            <a:r>
              <a:t>input luôn ra cùng output, không có chuyện hôm nay khác hôm qua.</a:t>
            </a:r>
          </a:p>
          <a:p/>
          <a:p>
            <a:r>
              <a:t>Vòng lặp ở giữa là chỗ hay bị hỏi: validator báo lỗi thì cho LLM sửa, nhưng tối</a:t>
            </a:r>
          </a:p>
          <a:p>
            <a:r>
              <a:t>đa ba vòng. Hết ba vòng là báo hỏng chứ không lặp vô hạn. Trần đó nằm trong code,</a:t>
            </a:r>
          </a:p>
          <a:p>
            <a:r>
              <a:t>không nằm trong prompt.</a:t>
            </a:r>
          </a:p>
          <a:p/>
          <a:p>
            <a:r>
              <a:t>Validator bắt cả lỗi hình học vô nghĩa — ví dụ xe máy đặt phía TRƯỚC ô tô mà vẫn</a:t>
            </a:r>
          </a:p>
          <a:p>
            <a:r>
              <a:t>bảo là vượt lên tạt đầu. Về schema thì hợp lệ, về vật lý thì không đuổi kịp. Bắt</a:t>
            </a:r>
          </a:p>
          <a:p>
            <a:r>
              <a:t>ở đây là chưa tốn giây GPU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 — tức là mới</a:t>
            </a:r>
          </a:p>
          <a:p>
            <a:r>
              <a:t>cho phép kịch bản đó xuất hiện làm ví dụ cho lần sinh sau.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Kiến trúc chia làm ba khối, và ranh giới giữa chúng là điều đáng nói.</a:t>
            </a:r>
          </a:p>
          <a:p/>
          <a:p>
            <a:r>
              <a:t>Web gọi backend Python. Backend chạy graph, gọi LLM, biên dịch XML, giữ database.</a:t>
            </a:r>
          </a:p>
          <a:p>
            <a:r>
              <a:t>Worker GPU nằm hoàn toàn tách rời, chạy Python 3.10 vì CARLA yêu cầu vậy.</a:t>
            </a:r>
          </a:p>
          <a:p/>
          <a:p>
            <a:r>
              <a:t>Ranh giới quan trọng: backend KHÔNG import carla, và có test trong CI để canh</a:t>
            </a:r>
          </a:p>
          <a:p>
            <a:r>
              <a:t>đúng chuyện đó. Worker nhận chuỗi XML, không nhận object Python. Nhờ vậy hai bên</a:t>
            </a:r>
          </a:p>
          <a:p>
            <a:r>
              <a:t>không dính venv của nhau, và khi máy GPU tắt thì web vẫn sinh, duyệt và tải file</a:t>
            </a:r>
          </a:p>
          <a:p>
            <a:r>
              <a:t>bình thường — job chỉ nằm chờ trong hàng đợi.</a:t>
            </a:r>
          </a:p>
          <a:p/>
          <a:p>
            <a:r>
              <a:t>Về test: 483 pass, 21 skip, chạy lại sáng nay. Có một fixture trong CI chặn mọi</a:t>
            </a:r>
          </a:p>
          <a:p>
            <a:r>
              <a:t>lời gọi LLM tính tiền, vì lỗi "test âm thầm gọi API trả phí" đã lọt vào repo ba</a:t>
            </a:r>
          </a:p>
          <a:p>
            <a:r>
              <a:t>lần rồi.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phần nâng cao của đề bài, và nó gồm hai nhánh.</a:t>
            </a:r>
          </a:p>
          <a:p/>
          <a:p>
            <a:r>
              <a:t>Nhánh một: chế độ chiến dịch. Thay vì gõ từng câu, người dùng khoanh vùng trên ma</a:t>
            </a:r>
          </a:p>
          <a:p>
            <a:r>
              <a:t>trận ODD — chọn thời tiết, loại xe, hành vi. Agent sinh mô tả tiếng Việt cho từng</a:t>
            </a:r>
          </a:p>
          <a:p>
            <a:r>
              <a:t>ô, rồi từng mô tả đó chạy qua ĐÚNG pipeline bảy node ban nãy. Không có đường tắt</a:t>
            </a:r>
          </a:p>
          <a:p>
            <a:r>
              <a:t>riêng cho batch, và lô sinh ra vẫn phải qua cổng duyệt như mọi kịch bản khác.</a:t>
            </a:r>
          </a:p>
          <a:p/>
          <a:p>
            <a:r>
              <a:t>Nhánh hai là closed-loop với mô hình lái, và đây là chỗ trả lời câu hỏi thật:</a:t>
            </a:r>
          </a:p>
          <a:p>
            <a:r>
              <a:t>"kịch bản này có làm mô hình lái thất bại không?"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Bảng bên phải là cặp chạy thật trên sc_011. Baseline không phanh, đâm ở giây</a:t>
            </a:r>
          </a:p>
          <a:p>
            <a:r>
              <a:t>10,8. BehaviorAgent CÓ phanh — phanh 0,5, giảm gần 3,7 mét trên giây — và vẫn</a:t>
            </a:r>
          </a:p>
          <a:p>
            <a:r>
              <a:t>đâm ở giây 10,75. Đó là một controller failure thật, và hệ thống đề xuất giữ kịch</a:t>
            </a:r>
          </a:p>
          <a:p>
            <a:r>
              <a:t>bản này làm ca hồi quy.</a:t>
            </a:r>
          </a:p>
          <a:p/>
          <a:p>
            <a:r>
              <a:t>Hai chốt thiết kế em muốn nói. Thứ nhất: kết quả của BehaviorAgent KHÔNG được</a:t>
            </a:r>
          </a:p>
          <a:p>
            <a:r>
              <a:t>phép cập nhật mức xác minh của kịch bản. Nếu cho phép, một controller giỏi tránh</a:t>
            </a:r>
          </a:p>
          <a:p>
            <a:r>
              <a:t>được sẽ biến kịch bản từ "có nguy hiểm" thành "không có gì" — tự xoá chính bằng</a:t>
            </a:r>
          </a:p>
          <a:p>
            <a:r>
              <a:t>chứng mình cần làm baseline. Thứ hai: hai lượt phải cùng điều kiện đầu; lệch tốc</a:t>
            </a:r>
          </a:p>
          <a:p>
            <a:r>
              <a:t>độ ego ở giây 2 quá một mét trên giây là hệ thống từ chối kết luận và bắt chạy</a:t>
            </a:r>
          </a:p>
          <a:p>
            <a:r>
              <a:t>lại. Em đã phải bỏ một kết quả "tránh được" đẹp vì lý do đó.</a:t>
            </a:r>
          </a:p>
          <a:p/>
          <a:p>
            <a:r>
              <a:t>Và hai giới hạn em nói thẳng: campaign chỉ sinh theo tổ hợp người chọn, không tự</a:t>
            </a:r>
          </a:p>
          <a:p>
            <a:r>
              <a:t>lặp nhiều thế hệ. Closed-loop dừng ở một cặp A/B do người khởi động. BehaviorAgent</a:t>
            </a:r>
          </a:p>
          <a:p>
            <a:r>
              <a:t>là controller tham chiếu của CARLA, chưa phải mô hình lái của doanh nghiệp — cắm</a:t>
            </a:r>
          </a:p>
          <a:p>
            <a:r>
              <a:t>model của họ vào là bước tiếp theo, và chỉ cần thêm một adapter 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 — mẫu số là</a:t>
            </a:r>
          </a:p>
          <a:p>
            <a:r>
              <a:t>một trăm ba mươi hai request, trong đó có cả những lượt hỏng của chiến dịch ODD</a:t>
            </a:r>
          </a:p>
          <a:p>
            <a:r>
              <a:t>chạy TRƯỚC khi em sửa ba lỗi prompt. Em không lọc chúng ra. L2: một trăm phần</a:t>
            </a:r>
          </a:p>
          <a:p>
            <a:r>
              <a:t>trăm kịch bản trong phạm vi biên dịch được ra XML, một trăm trên một trăm. L3:</a:t>
            </a:r>
          </a:p>
          <a:p>
            <a:r>
              <a:t>chín mươi tư phẩy sáu phần trăm chạy hết trên CARLA không crash.</a:t>
            </a:r>
          </a:p>
          <a:p/>
          <a:p>
            <a:r>
              <a:t>L4 là sáu mươi phần trăm. Em cố tình để nó to trên slide.</a:t>
            </a:r>
          </a:p>
          <a:p/>
          <a:p>
            <a:r>
              <a:t>Vì L4 hỏi câu khó nhất: quỹ đạo xe trong CARLA có ĐÚNG là cái mà câu tiếng Việt</a:t>
            </a:r>
          </a:p>
          <a:p>
            <a:r>
              <a:t>mô tả không. Một kịch bản có thể chạy trót lọt, trả về success, và hoàn toàn vô</a:t>
            </a:r>
          </a:p>
          <a:p>
            <a:r>
              <a:t>dụng — xe chạy song song hiền lành suốt ba mươi giây. Đó là loại hỏng tệ nhất vì</a:t>
            </a:r>
          </a:p>
          <a:p>
            <a:r>
              <a:t>nó trông như thành công.</a:t>
            </a:r>
          </a:p>
          <a:p/>
          <a:p>
            <a:r>
              <a:t>Nếu em bỏ L4 đi thì ba con số trên kia chỉ nói được là "file không lỗi cú pháp".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ma trận ODD: sáu maneuver nhân ba loại xe nhân bốn kiểu thời tiết, bảy</a:t>
            </a:r>
          </a:p>
          <a:p>
            <a:r>
              <a:t>mươi hai ô. Và em vẽ nó hai lớp có chủ đích.</a:t>
            </a:r>
          </a:p>
          <a:p/>
          <a:p>
            <a:r>
              <a:t>Ô nhạt: đã có kịch bản sinh ra và đi qua validate. Bảy mươi hai trên bảy mươi</a:t>
            </a:r>
          </a:p>
          <a:p>
            <a:r>
              <a:t>hai — kín toàn bộ phạm vi converter. Phủ theo cặp trục cũng bảy mươi tư trên bảy</a:t>
            </a:r>
          </a:p>
          <a:p>
            <a:r>
              <a:t>mươi tư.</a:t>
            </a:r>
          </a:p>
          <a:p/>
          <a:p>
            <a:r>
              <a:t>Ô đậm: đã chạy thật trên CARLA. Mười ba trên bảy mươi hai.</a:t>
            </a:r>
          </a:p>
          <a:p/>
          <a:p>
            <a:r>
              <a:t>Em tách hai lớp vì gộp lại một màu là mời người xem hiểu nhầm "phủ một trăm phần</a:t>
            </a:r>
          </a:p>
          <a:p>
            <a:r>
              <a:t>trăm" thành "đã kiểm chứng một trăm phần trăm". Hai chuyện khác nhau, và em</a:t>
            </a:r>
          </a:p>
          <a:p>
            <a:r>
              <a:t>không muốn ai phải hỏi mới biết.</a:t>
            </a:r>
          </a:p>
          <a:p/>
          <a:p>
            <a:r>
              <a:t>Giá trị của hình này vẫn nằm ở chỗ nó nói CHÍNH XÁC còn thiếu gì — giờ là thiếu</a:t>
            </a:r>
          </a:p>
          <a:p>
            <a:r>
              <a:t>lượt chạy, không phải thiếu kịch bản. Danh sách việc tiếp theo đọc thẳng ra từ</a:t>
            </a:r>
          </a:p>
          <a:p>
            <a:r>
              <a:t>đây, không cần họp.</a:t>
            </a:r>
          </a:p>
          <a:p/>
          <a:p>
            <a:r>
              <a:t>Hai con số không thay thế nhau, và em không gộp chúng lại</a:t>
            </a:r>
          </a:p>
          <a:p>
            <a:r>
              <a:t>thành một con số đẹp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thật sự: kịch bản sinh ra có nguy hiểm không, hay chỉ chạy cho xong.</a:t>
            </a:r>
          </a:p>
          <a:p/>
          <a:p>
            <a:r>
              <a:t>Ba mươi lăm lượt chạy được. Mười bảy lượt có va chạm thật. Bốn lượt suýt va</a:t>
            </a:r>
          </a:p>
          <a:p>
            <a:r>
              <a:t>chạm, khe hở dưới một mét. Mười bốn lượt không dựng được gì. Tỉ lệ kích hoạt</a:t>
            </a:r>
          </a:p>
          <a:p>
            <a:r>
              <a:t>nguy hiểm là sáu mươi phần trăm.</a:t>
            </a:r>
          </a:p>
          <a:p/>
          <a:p>
            <a:r>
              <a:t>Chỗ cần giải thích: tại sao không chỉ đếm va chạm. Vì có maneuver mà va chạm là</a:t>
            </a:r>
          </a:p>
          <a:p>
            <a:r>
              <a:t>SAI — lệch làn chủ đích dựng tình huống suýt đâm. Nếu chấm bằng CollisionTest thì</a:t>
            </a:r>
          </a:p>
          <a:p>
            <a:r>
              <a:t>mọi kịch bản lệch làn đúng ý đều bị ghi thành thất bại.</a:t>
            </a:r>
          </a:p>
          <a:p/>
          <a:p>
            <a:r>
              <a:t>Nên oracle đọc log quỹ đạo: góc hướng, khe hở nhỏ nhất, độ lệch tim làn.</a:t>
            </a:r>
          </a:p>
          <a:p/>
          <a:p>
            <a:r>
              <a:t>Và đây là phần em muốn nói thẳng: em ngồi xem lại tận mắt mười ba lượt chạy rồi</a:t>
            </a:r>
          </a:p>
          <a:p>
            <a:r>
              <a:t>tự chấm, sau đó mới so với máy. Khớp mười trên mười ba. Ba cái lệch em để nguyên</a:t>
            </a:r>
          </a:p>
          <a:p>
            <a:r>
              <a:t>trên slide — hai cái máy sai, một cái em sai. Con số bảy mươi bảy phần trăm này</a:t>
            </a:r>
          </a:p>
          <a:p>
            <a:r>
              <a:t>mới là thứ nói được oracle đáng tin tới đâu.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Sản phẩm AI mà không biết mình tốn bao nhiêu thì không vận hành được, nên em đo.</a:t>
            </a:r>
          </a:p>
          <a:p/>
          <a:p>
            <a:r>
              <a:t>Hai mươi request thật, chạy trên bản sao database thật. Trung vị hai phẩy tám</a:t>
            </a:r>
          </a:p>
          <a:p>
            <a:r>
              <a:t>giây, p95 bốn phẩy một giây. Chi phí trung vị hai phần nghìn đô một request. Cả</a:t>
            </a:r>
          </a:p>
          <a:p>
            <a:r>
              <a:t>hai mươi request tốn năm xu.</a:t>
            </a:r>
          </a:p>
          <a:p/>
          <a:p>
            <a:r>
              <a:t>Hai chỗ đáng nói.</a:t>
            </a:r>
          </a:p>
          <a:p/>
          <a:p>
            <a:r>
              <a:t>Thứ nhất: ba request thất bại VẪN nằm trong mẫu số. Lọc chúng ra thì p95 đẹp</a:t>
            </a:r>
          </a:p>
          <a:p>
            <a:r>
              <a:t>hơn, nhưng con số đó sẽ là con số nói dối.</a:t>
            </a:r>
          </a:p>
          <a:p/>
          <a:p>
            <a:r>
              <a:t>Thứ hai: gần chín mươi hai phần trăm token đầu vào được đọc từ cache, nhờ prompt</a:t>
            </a:r>
          </a:p>
          <a:p>
            <a:r>
              <a:t>được tách ra và giữ ổn định. Nếu tính giá thường thì hoá đơn gấp ba. Sáu mươi lăm</a:t>
            </a:r>
          </a:p>
          <a:p>
            <a:r>
              <a:t>phần trăm chi phí tiết kiệm đến từ một quyết định kỹ thuật, không phải từ việc</a:t>
            </a:r>
          </a:p>
          <a:p>
            <a:r>
              <a:t>đổi sang model rẻ hơn.</a:t>
            </a:r>
          </a:p>
          <a:p/>
          <a:p>
            <a:r>
              <a:t>Thêm một chi tiết: mười sáu trên hai mươi câu được xử lý bằng parser rule thuần,</a:t>
            </a:r>
          </a:p>
          <a:p>
            <a:r>
              <a:t>không gọi LLM lần nào. LLM chỉ vào cuộc khi rule thiếu thông 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này là về cách ra quyết định, không phải về model.</a:t>
            </a:r>
          </a:p>
          <a:p/>
          <a:p>
            <a:r>
              <a:t>Em chạy A/B: cùng hai mươi mô tả, cùng database, chỉ đổi model. Luna rẻ hơn bảy</a:t>
            </a:r>
          </a:p>
          <a:p>
            <a:r>
              <a:t>mươi ba phần trăm. Nếu chỉ nhìn cột chi phí thì đổi ngay.</a:t>
            </a:r>
          </a:p>
          <a:p/>
          <a:p>
            <a:r>
              <a:t>Nhưng nó chậm hơn bốn mươi ba phần trăm ở trung vị, và sáu mươi hai phần trăm ở</a:t>
            </a:r>
          </a:p>
          <a:p>
            <a:r>
              <a:t>p95. Tỉ lệ hoàn tất y hệt — mười bảy trên hai mươi. Nó vẫn trượt đúng ba mô tả</a:t>
            </a:r>
          </a:p>
          <a:p>
            <a:r>
              <a:t>đi ngược chiều mà con kia trượt.</a:t>
            </a:r>
          </a:p>
          <a:p/>
          <a:p>
            <a:r>
              <a:t>Nên: rẻ hơn, không giỏi hơn, chậm hơn rõ rệt. Em giữ model cũ và ghi lại Luna</a:t>
            </a:r>
          </a:p>
          <a:p>
            <a:r>
              <a:t>như phương án dự phòng nếu sau này chi phí trở thành ràng buộc.</a:t>
            </a:r>
          </a:p>
          <a:p/>
          <a:p>
            <a:r>
              <a:t>Em để slide này vào deck vì em nghĩ một A/B dẫn tới quyết định "không đổi" cũng</a:t>
            </a:r>
          </a:p>
          <a:p>
            <a:r>
              <a:t>là một kết quả — miễn là có số để giải thích tại sao.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nhóm người dùng.</a:t>
            </a:r>
          </a:p>
          <a:p/>
          <a:p>
            <a:r>
              <a:t>Đội phát triển xe tự lái cần tình huống hiếm để thử trước khi ra đường thật. Đội</a:t>
            </a:r>
          </a:p>
          <a:p>
            <a:r>
              <a:t>kiểm thử mô phỏng hiện đang viết mấy file này bằng tay. Và các lab, các trường —</a:t>
            </a:r>
          </a:p>
          <a:p>
            <a:r>
              <a:t>họ cần bộ kịch bản tái lập được để so kết quả nghiên cứu với nhau.</a:t>
            </a:r>
          </a:p>
          <a:p/>
          <a:p>
            <a:r>
              <a:t>Em cố ý không bịa số thị trường ở đây. Em chưa đo, nên em không nói.</a:t>
            </a:r>
          </a:p>
          <a:p/>
          <a:p>
            <a:r>
              <a:t>Điều em muốn chốt: thứ đáng giá không phải "AI sinh XML" — cái đó vài tháng nữa</a:t>
            </a:r>
          </a:p>
          <a:p>
            <a:r>
              <a:t>ai cũng làm được. Thứ đáng giá là một thư viện mà mỗi kịch bản trong đó đều có</a:t>
            </a:r>
          </a:p>
          <a:p>
            <a:r>
              <a:t>kết quả CARLA thật và có người ký duyệt đứng sau. Sinh nhanh là chuyện dễ. Sinh</a:t>
            </a:r>
          </a:p>
          <a:p>
            <a:r>
              <a:t>mà dám dùng mới khó, và hai cổng duyệt kia chính là chỗ đó.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việc tiếp theo, xếp theo giá trị.</a:t>
            </a:r>
          </a:p>
          <a:p/>
          <a:p>
            <a:r>
              <a:t>Việc lớn nhất, và cũng là chỗ có giá trị thương mại: cắm controller của doanh</a:t>
            </a:r>
          </a:p>
          <a:p>
            <a:r>
              <a:t>nghiệp vào đúng chỗ BehaviorAgent đang đứng. Kiến trúc đã chừa sẵn khe đó —</a:t>
            </a:r>
          </a:p>
          <a:p>
            <a:r>
              <a:t>thêm một adapter ở worker và một giá trị enum, backend không phải sửa gì. Lúc đó</a:t>
            </a:r>
          </a:p>
          <a:p>
            <a:r>
              <a:t>câu hỏi đổi thành "kịch bản nào làm controller CỦA BẠN thất bại", và đó mới là</a:t>
            </a:r>
          </a:p>
          <a:p>
            <a:r>
              <a:t>câu doanh nghiệp trả tiền để trả lời.</a:t>
            </a:r>
          </a:p>
          <a:p/>
          <a:p>
            <a:r>
              <a:t>Việc thứ hai dễ nhất: chạy CARLA cho năm mươi chín ô đã có kịch bản mà chưa có</a:t>
            </a:r>
          </a:p>
          <a:p>
            <a:r>
              <a:t>lượt chạy nào. Phần sinh đã xong, phần còn lại là thời gian máy. Thứ tự đã nằm</a:t>
            </a:r>
          </a:p>
          <a:p>
            <a:r>
              <a:t>sẵn trên slide độ phủ, không cần họp để quyết chạy ô nào trước.</a:t>
            </a:r>
          </a:p>
          <a:p/>
          <a:p>
            <a:r>
              <a:t>Việc thứ ba: mở rộng nhãn người. Hiện em mới ngồi chấm tay mười ba lượt, chủ yếu</a:t>
            </a:r>
          </a:p>
          <a:p>
            <a:r>
              <a:t>quanh các case lỗi đã biết. Càng nhiều nhãn thì con số bảy mươi bảy phần trăm</a:t>
            </a:r>
          </a:p>
          <a:p>
            <a:r>
              <a:t>càng nói được nhiều về oracle.</a:t>
            </a:r>
          </a:p>
          <a:p/>
          <a:p>
            <a:r>
              <a:t>Việc thứ tư là kỹ thuật thuần: siết token và role ở backend, hiện mới phân vai</a:t>
            </a:r>
          </a:p>
          <a:p>
            <a:r>
              <a:t>trên frontend.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971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35024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60,00%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lượt chạy có nguy hiểm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5888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22192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$0,0023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chi phí trung vị / request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2,77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toàn workflow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50224" y="4251960"/>
            <a:ext cx="2304288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6528" y="4398264"/>
            <a:ext cx="2011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62B8"/>
                </a:solidFill>
                <a:latin typeface="Arial"/>
              </a:rPr>
              <a:t>6/6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oracle hành vi trong phạm 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17320"/>
            <a:ext cx="3794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234440"/>
            <a:ext cx="2331720" cy="16916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7 node · 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234440"/>
            <a:ext cx="1645920" cy="169164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401568"/>
            <a:ext cx="991209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actors, vị trí theo làn, tốc độ, action,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entityRef="hero" dLane="-1" ds="-25.0"/&gt;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&lt;AbsoluteSpeedAction value="22.2"/&gt;   &lt;!-- 80 km/h --&gt;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&lt;ReachPositionCondition tolerance="7.0"/&gt;  &lt;!-- cut-in: da dan 7 m --&gt;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3776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Tải .xosc để chạy trên CARLA/ScenarioRunner — không cần viết XML thủ công.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 tình huống; kết quả chạy thật trong video demo.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Bên trong: 7 node, LLM chỉ làm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parse_intent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9232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retrieve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99432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09744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generate_draft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09944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20255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validate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220455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30768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convert_xosc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persist +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0255" y="288036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repair_draft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940295" y="2404872"/>
            <a:ext cx="182880" cy="475488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7690104" y="2404872"/>
            <a:ext cx="182880" cy="475488"/>
          </a:xfrm>
          <a:prstGeom prst="up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30632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tối đa 3 vòng,
rồi mới chịu thua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018787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LLM sinh nội dung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0536" y="4018787"/>
            <a:ext cx="146304" cy="146304"/>
          </a:xfrm>
          <a:prstGeom prst="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9992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code tất định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LLM sinh nội dung có cấu trúc, không bao giờ sinh thẳng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Thứ tự node, nhánh lỗi và trần 3 vòng do code quyết định.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Validator bắt hình học vô nghĩa trước khi tốn một giây GPU nào.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Không có gì tự vào thư viện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417320"/>
            <a:ext cx="1600200" cy="105156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651760"/>
            <a:ext cx="10424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reject ở bất kỳ cổng nào đều phải kèm lý do — lý do được lưu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9184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4924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Kiến trúc &amp;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23317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Web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Next.js · React · Vercel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84448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1097280"/>
            <a:ext cx="3931920" cy="2331720"/>
          </a:xfrm>
          <a:prstGeom prst="rect">
            <a:avLst/>
          </a:prstGeom>
          <a:solidFill>
            <a:srgbClr val="F2F4F8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12344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Backend · Python 3.11 · 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691640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LangGraph — 7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093976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Converter tất định → XML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496312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Retriever: SQLite BLOB + cosine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98648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SQLite (dev) · Postgres (deploy)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3703320"/>
            <a:ext cx="3931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LLM gateway — gpt-5.4-mini + text-embedding-3-small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06440" y="3456432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936992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1097280"/>
            <a:ext cx="33375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GPU worker · Python 3.10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pull job, không nhận object Python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857232" y="2331720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84464" y="2670048"/>
            <a:ext cx="3337560" cy="1188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CARLA 0.9.15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+ ScenarioRunner 0.9.15 · Town04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Backend cloud không import carla — worker chỉ nhận chuỗi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Worker offline vẫn sinh/duyệt/tải file được; job nằm chờ trong hàng đợi.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483 test pass · 21 skip · CI test chặn mọi lần gọi LLM tính tiền.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Từ một kịch bản đến một chiến dịch 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Layer này nằm ngoài graph 7 node — không sửa node nào, chỉ thêm một lối vào theo lô và một phép so controller.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7043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23444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Ma trận ODD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người chọn thời tiết · tác nhân · hành 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653028" y="1673352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88720" y="1828800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1892807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Agent sinh yêu cầu có kiểm soát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một mô tả tiếng Việt cho mỗi ô ODD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653028" y="2331720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2487168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2551175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Pipeline 7 node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sinh + validate + convert từng scenario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653028" y="2990087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88720" y="3145536"/>
            <a:ext cx="5074920" cy="493776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3209544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Người duyệt lô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batch không tự vào thư viện (ADR-014)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653028" y="3648456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88720" y="3803904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9888" y="3867912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CARLA chạy cặp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653028" y="4306824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88720" y="446227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452628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So sánh TTC · phanh · va chạm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→ keep_regression hoặc create_harder_variant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188720"/>
            <a:ext cx="4892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Cặp A/B thật trên sc_011 — xe máy tạt đầu rồi phanh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48855" y="157276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BehaviorAgent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1956816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1956816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phanh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phanh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phanh 0,5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2340864"/>
            <a:ext cx="48920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5" y="234086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giảm tốc sau đỉnh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19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3,676 m/s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2724912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48855" y="272491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va chạm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19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10,823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10,750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3200400"/>
            <a:ext cx="4892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3346704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outcome = controller_collision  →  keep_regression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Mô hình lái đã phản ứng mà vẫn đâm — đúng thứ cần giữ làm ca hồi quy.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4133087"/>
            <a:ext cx="4892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Hai chốt thiết kế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Kết quả BehaviorAgent KHÔNG cập nhật VerificationLevel — không thì controller giỏi sẽ xoá chính bằng chứng làm baseline (ADR-021).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Lệch vận tốc ego ở giây 2 quá 1 m/s là hệ thống bắt chạy lại.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88720" y="5394960"/>
            <a:ext cx="10424159" cy="7315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8176" y="5504688"/>
            <a:ext cx="998524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Nói thẳng hai giới hạn: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Campaign chỉ sinh theo tổ hợp ODD người chọn — không tự chạy vòng nhiều thế hệ (ADR-022).   ·   BehaviorAgent là controller tham chiếu của CARLA, chưa phải mô hình lái của doanh nghiệp.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Nó chạy được tới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29/08/2026, lấy trực tiếp từ database qua /api/v1/metrics/quality.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41732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72184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472184"/>
            <a:ext cx="4102208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41863" y="1435608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71,21%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0370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258568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2258568"/>
            <a:ext cx="5760720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41863" y="2221992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100,00%  ·  100/100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008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044952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3044952"/>
            <a:ext cx="5449065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41863" y="3008376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94,59%  ·  35/37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6472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831335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831335"/>
            <a:ext cx="3456432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41863" y="3794759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60,00%  ·  21/35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800600"/>
            <a:ext cx="104241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L4 là 60% — và em để nguyên con số đó trên slide.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“Chạy xong” không đồng nghĩa “đúng ý định”. L4 là mức duy nhất trả lời được câu đó, nên nó phải là mức khó nhất. Che nó đi thì ba mức trên cũng vô nghĩa.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Đã phủ được bao nhiêu ODD?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Mỗi ô = một tổ hợp maneuver × loại xe × thời tiết trên anchor đã đo hình học.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motorcycle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698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truck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9842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cut_in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8328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9476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5546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6694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7842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990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3912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5060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62088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356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239572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lane_drift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7180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94760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0624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5464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6694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7842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990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73912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6208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356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88720" y="280720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sudden_brake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8328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9476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0624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5546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6694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7842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8990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73912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8" y="280720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6208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97356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88720" y="321868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stop_in_lane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7180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8328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06240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5546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66944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7842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8990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3912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060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6208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97356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88720" y="363016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wrong_way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7180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383280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9476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0624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546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26694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7842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990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73912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15060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6208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973568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88720" y="40416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run_red_light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971800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38328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79476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0624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5546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26694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7842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8990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73912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150608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56208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97356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96528" y="178308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42832" y="192938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72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kịch bản sinh + validate
100% phạm vi converter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796528" y="310896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2832" y="325526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13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lượt CARLA thật
phần còn lại chờ chạy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88720" y="5120640"/>
            <a:ext cx="1042415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Phủ kín ô — chưa phủ kín lượt chạy.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Ô nhạt đã có kịch bản sinh và validate qua; ô đậm đã chạy thật trên CARLA. Phủ theo cặp trục cũng 74/74. Danh sách ô cần chạy tiếp đọc thẳng từ hình này.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Có thật sự dựng được nguy hiểm không?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35 lượt chạy được, mỗi kịch bản chỉ tính lần chạy CARLA mới nhất.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271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817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va chạm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23271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49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Suýt va chạm  &lt; 1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9141" y="2327148"/>
            <a:ext cx="146304" cy="146304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597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dựng được nguy hiểm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417320"/>
            <a:ext cx="2880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78824" y="1563624"/>
            <a:ext cx="2587752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F62B8"/>
                </a:solidFill>
                <a:latin typeface="Arial"/>
              </a:rPr>
              <a:t>60,00%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21/35 lượt dựng được nguy hiểm
riêng va chạm: 17/35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926080"/>
            <a:ext cx="7360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Va chạm không phải thước đo duy nhất.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lane_drift chủ đích dựng near-miss — chấm nó bằng CollisionTest là chấm sai. Oracle đọc log quỹ đạo: heading, khe hở, lệch tim làn.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4160520"/>
            <a:ext cx="10424159" cy="178308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434340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Máy chấm khớp người chấm:  10/13  =  76,92%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Phán quyết máy không gửi trước cho người chấm, để tránh mồi câu trả lời.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3434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 bất đồng, để nguyên trên bàn: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sc_018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sc_023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sc_024 — người sai, máy đúng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Giá và tốc độ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20 request thật, 24/08/2026. 3 request lỗi vẫn nằm trong mẫu số.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2,766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· toàn workflow 7 node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4,152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$0,002304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p50 /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030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$0,004582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p95 / request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288036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090672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$0,054  cho cả 20 request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17/20 request hoàn tất. Ba request wrong_way bị validator từ chối vì model đặt xe ngoài tầm anchor — không lọc ra khỏi mẫu số.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090672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E06C1F"/>
                </a:solidFill>
                <a:latin typeface="Arial"/>
              </a:rPr>
              <a:t>91,96% input token đọc từ cache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Cùng tập đo, nếu tính giá input thường thì chi phí LLM là $0,157 thay vì $0,054 — cached pricing giảm 65,32%.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61772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16/20 câu được parser rule xử lý trọn — không tốn một lời gọi LLM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Không request nào phải leo thang lên model đắt hơn.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Đây là snapshot một máy, một đường mạng — chưa phải load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Model rẻ hơn 73% — và em không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Cùng 20 mô tả, cùng snapshot database, cùng reasoning_effort.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p50 (s)</a:t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1691640" y="2283912"/>
            <a:ext cx="777240" cy="962207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19730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2,766</a:t>
            </a:r>
          </a:p>
        </p:txBody>
      </p:sp>
      <p:sp>
        <p:nvSpPr>
          <p:cNvPr id="13" name="Round Same Side Corner Rectangle 12"/>
          <p:cNvSpPr/>
          <p:nvPr/>
        </p:nvSpPr>
        <p:spPr>
          <a:xfrm>
            <a:off x="2926080" y="1872035"/>
            <a:ext cx="777240" cy="1374084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156113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3,950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p95 (s)</a:t>
            </a:r>
          </a:p>
        </p:txBody>
      </p:sp>
      <p:sp>
        <p:nvSpPr>
          <p:cNvPr id="18" name="Round Same Side Corner Rectangle 17"/>
          <p:cNvSpPr/>
          <p:nvPr/>
        </p:nvSpPr>
        <p:spPr>
          <a:xfrm>
            <a:off x="5193792" y="2348278"/>
            <a:ext cx="777240" cy="897841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183" y="203738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4,152</a:t>
            </a:r>
          </a:p>
        </p:txBody>
      </p:sp>
      <p:sp>
        <p:nvSpPr>
          <p:cNvPr id="20" name="Round Same Side Corner Rectangle 19"/>
          <p:cNvSpPr/>
          <p:nvPr/>
        </p:nvSpPr>
        <p:spPr>
          <a:xfrm>
            <a:off x="6428231" y="1790802"/>
            <a:ext cx="777240" cy="1455317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3" y="147990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6,730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90872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Cost p50 ($/request)</a:t>
            </a:r>
          </a:p>
        </p:txBody>
      </p:sp>
      <p:sp>
        <p:nvSpPr>
          <p:cNvPr id="25" name="Round Same Side Corner Rectangle 24"/>
          <p:cNvSpPr/>
          <p:nvPr/>
        </p:nvSpPr>
        <p:spPr>
          <a:xfrm>
            <a:off x="8695944" y="1880616"/>
            <a:ext cx="777240" cy="1365503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3336" y="1569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0,002304</a:t>
            </a:r>
          </a:p>
        </p:txBody>
      </p:sp>
      <p:sp>
        <p:nvSpPr>
          <p:cNvPr id="27" name="Round Same Side Corner Rectangle 26"/>
          <p:cNvSpPr/>
          <p:nvPr/>
        </p:nvSpPr>
        <p:spPr>
          <a:xfrm>
            <a:off x="9930384" y="2875110"/>
            <a:ext cx="777240" cy="371009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37776" y="256421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0,000626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93024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A651"/>
                </a:solidFill>
                <a:latin typeface="Arial"/>
              </a:rPr>
              <a:t>Luna rẻ hơn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39273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08176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gpt-5.4-mini (đang dùng)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55033" y="39273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74489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gpt-5.6 Luna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434840"/>
            <a:ext cx="104241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Rẻ hơn 72,8% mỗi request. Nhưng p50 chậm hơn 42,8%, p95 chậm hơn 62,1%.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Tỉ lệ hoàn tất y hệt: 17/20. Vẫn trượt đúng ba mô tả wrong_way cũ. Rẻ hơn mà không sửa được failure mode đã biết, lại đánh đổi bằng độ trễ người dùng cảm nhận được — nên giữ gpt-5.4-mini làm primary, và ghi Luna lại như phương án dự phòng khi chi phí thành ràng buộc.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Ai dùng, và thay cho việc gì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10424159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99032"/>
            <a:ext cx="9875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Đội phát triển ADAS / AV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Cần tình huống hiếm để thử controller trước khi ra đường thật.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423160"/>
            <a:ext cx="10424159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587752"/>
            <a:ext cx="9875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Đội kiểm thử &amp; QA mô phỏng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Viết và sửa .xosc thủ công tốn thời gian, nhất là phần làn đường, trigger và validation.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611880"/>
            <a:ext cx="10424159" cy="1005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776472"/>
            <a:ext cx="98755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Lab &amp; trường kỹ thuật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Cần bộ kịch bản có thể tái lập để so sánh giữa các nghiên cứu.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892040"/>
            <a:ext cx="10424159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5074920"/>
            <a:ext cx="987551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Điểm bán thật không phải “AI sinh XML”.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Là một thư viện kịch bản mà mỗi mục đều có bằng chứng CARLA và chữ ký người duyệt đứng sau. Sinh nhanh thì ai cũng làm được; sinh mà tin được thì phải có hai cổng kia.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188720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16736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 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121408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49424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Chạy CARLA cho 59 ô đã có kịch bản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Ô đã kín, lượt chạy thì chưa: 13/72. Thứ tự đọc thẳng từ slide độ phủ — không cần họp để quyết chạy ô nào trước.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054096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182112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Mở rộng nhãn người trên từng maneuver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Hiện mới chấm tay 13 lượt, tập trung vào case lỗi đã biết. Càng nhiều nhãn thì con số 76,92% càng nói được nhiều.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986784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114800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Siết phân quyền ở backend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Enforce token/role cho review và WORKER_TOKEN, không chỉ phân vai trên frontend.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846320"/>
            <a:ext cx="10424159" cy="12344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047488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   ·   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